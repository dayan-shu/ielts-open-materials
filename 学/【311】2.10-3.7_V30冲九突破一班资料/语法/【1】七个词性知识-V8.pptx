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1223" r:id="rId3"/>
    <p:sldId id="1224" r:id="rId4"/>
    <p:sldId id="1225" r:id="rId6"/>
    <p:sldId id="1226" r:id="rId7"/>
    <p:sldId id="1227" r:id="rId8"/>
    <p:sldId id="1228" r:id="rId9"/>
    <p:sldId id="1364" r:id="rId10"/>
    <p:sldId id="1365" r:id="rId11"/>
    <p:sldId id="1366" r:id="rId12"/>
    <p:sldId id="1804" r:id="rId13"/>
    <p:sldId id="1805" r:id="rId14"/>
    <p:sldId id="1367" r:id="rId15"/>
    <p:sldId id="1368" r:id="rId16"/>
    <p:sldId id="1369" r:id="rId17"/>
    <p:sldId id="1370" r:id="rId18"/>
    <p:sldId id="1662" r:id="rId19"/>
    <p:sldId id="1609" r:id="rId20"/>
    <p:sldId id="1372" r:id="rId21"/>
    <p:sldId id="1373" r:id="rId22"/>
    <p:sldId id="1524" r:id="rId23"/>
    <p:sldId id="1873" r:id="rId24"/>
    <p:sldId id="1943" r:id="rId25"/>
    <p:sldId id="1874" r:id="rId26"/>
    <p:sldId id="1946" r:id="rId27"/>
    <p:sldId id="1876" r:id="rId28"/>
    <p:sldId id="1944" r:id="rId29"/>
    <p:sldId id="1875" r:id="rId30"/>
    <p:sldId id="1945" r:id="rId31"/>
    <p:sldId id="1877" r:id="rId32"/>
    <p:sldId id="1878" r:id="rId33"/>
    <p:sldId id="1947" r:id="rId34"/>
    <p:sldId id="1879" r:id="rId35"/>
    <p:sldId id="1374" r:id="rId36"/>
    <p:sldId id="1948" r:id="rId37"/>
    <p:sldId id="1880" r:id="rId38"/>
    <p:sldId id="1881" r:id="rId39"/>
    <p:sldId id="1882" r:id="rId40"/>
    <p:sldId id="1883" r:id="rId41"/>
    <p:sldId id="2039" r:id="rId42"/>
    <p:sldId id="2040" r:id="rId43"/>
    <p:sldId id="2041" r:id="rId44"/>
    <p:sldId id="2042" r:id="rId45"/>
    <p:sldId id="2043" r:id="rId46"/>
    <p:sldId id="2044" r:id="rId47"/>
    <p:sldId id="2045" r:id="rId48"/>
    <p:sldId id="1807" r:id="rId49"/>
    <p:sldId id="1384" r:id="rId50"/>
    <p:sldId id="1885" r:id="rId51"/>
    <p:sldId id="1886" r:id="rId52"/>
    <p:sldId id="1988" r:id="rId53"/>
    <p:sldId id="1386" r:id="rId54"/>
    <p:sldId id="1924" r:id="rId55"/>
    <p:sldId id="1387" r:id="rId56"/>
    <p:sldId id="2023" r:id="rId57"/>
    <p:sldId id="2024" r:id="rId58"/>
    <p:sldId id="1414" r:id="rId59"/>
    <p:sldId id="1604" r:id="rId60"/>
    <p:sldId id="1605" r:id="rId61"/>
    <p:sldId id="1606" r:id="rId62"/>
    <p:sldId id="1607" r:id="rId63"/>
    <p:sldId id="1415" r:id="rId64"/>
    <p:sldId id="1388" r:id="rId65"/>
    <p:sldId id="2025" r:id="rId66"/>
    <p:sldId id="2026" r:id="rId67"/>
    <p:sldId id="2027" r:id="rId68"/>
    <p:sldId id="1940" r:id="rId69"/>
    <p:sldId id="2046" r:id="rId70"/>
    <p:sldId id="2047" r:id="rId71"/>
    <p:sldId id="1142" r:id="rId72"/>
    <p:sldId id="1143" r:id="rId73"/>
    <p:sldId id="1218" r:id="rId74"/>
    <p:sldId id="1144" r:id="rId75"/>
  </p:sldIdLst>
  <p:sldSz cx="9144000" cy="5143500" type="screen16x9"/>
  <p:notesSz cx="6858000" cy="9144000"/>
  <p:custDataLst>
    <p:tags r:id="rId79"/>
  </p:custDataLst>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672" userDrawn="1">
          <p15:clr>
            <a:srgbClr val="A4A3A4"/>
          </p15:clr>
        </p15:guide>
        <p15:guide id="2" pos="290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00"/>
    <a:srgbClr val="E5BA5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85" d="100"/>
          <a:sy n="85" d="100"/>
        </p:scale>
        <p:origin x="96" y="210"/>
      </p:cViewPr>
      <p:guideLst>
        <p:guide orient="horz" pos="1672"/>
        <p:guide pos="2909"/>
      </p:guideLst>
    </p:cSldViewPr>
  </p:slid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9" Type="http://schemas.openxmlformats.org/officeDocument/2006/relationships/tags" Target="tags/tag29.xml"/><Relationship Id="rId78" Type="http://schemas.openxmlformats.org/officeDocument/2006/relationships/tableStyles" Target="tableStyles.xml"/><Relationship Id="rId77" Type="http://schemas.openxmlformats.org/officeDocument/2006/relationships/viewProps" Target="viewProps.xml"/><Relationship Id="rId76" Type="http://schemas.openxmlformats.org/officeDocument/2006/relationships/presProps" Target="presProps.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notesMaster" Target="notesMasters/notesMaster1.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ink/ink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6-04T14:48:5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1013 885,'2'0</inkml:trace>
</inkml:ink>
</file>

<file path=ppt/ink/ink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6-04T14:48:5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1421 161,'2'0</inkml:trace>
</inkml:ink>
</file>

<file path=ppt/ink/ink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6-04T14:48:5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869 200,'2'0</inkml:trace>
</inkml:ink>
</file>

<file path=ppt/ink/ink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6-04T14:48:5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1669 460,'2'0</inkml:trace>
</inkml:ink>
</file>

<file path=ppt/ink/ink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6-04T14:48:5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1365 815,'2'0</inkml:trace>
</inkml:ink>
</file>

<file path=ppt/ink/ink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6-04T14:48:53"/>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1058 759,'2'0</inkml:trace>
</inkml:ink>
</file>

<file path=ppt/ink/ink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06-04T14:48:53"/>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1688 897,'2'0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eaLnBrk="0" hangingPunct="0">
              <a:defRPr sz="1200">
                <a:latin typeface="Arial" panose="020B0604020202020204" pitchFamily="34" charset="0"/>
                <a:ea typeface="宋体" panose="02010600030101010101" pitchFamily="2" charset="-122"/>
                <a:cs typeface="宋体" panose="02010600030101010101" pitchFamily="2" charset="-122"/>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eaLnBrk="0" hangingPunct="0">
              <a:defRPr sz="1200">
                <a:latin typeface="Arial" panose="020B0604020202020204" pitchFamily="34" charset="0"/>
                <a:ea typeface="宋体" panose="02010600030101010101" pitchFamily="2" charset="-122"/>
                <a:cs typeface="宋体" panose="02010600030101010101" pitchFamily="2" charset="-122"/>
              </a:defRPr>
            </a:lvl1pPr>
          </a:lstStyle>
          <a:p>
            <a:pPr>
              <a:defRPr/>
            </a:pPr>
            <a:fld id="{5BA6F8A3-B5FC-451A-9623-C99C46B107CB}" type="datetimeFigureOut">
              <a:rPr lang="zh-CN" altLang="en-US"/>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noProof="0" smtClean="0"/>
              <a:t>单击此处编辑母版文本样式</a:t>
            </a:r>
            <a:endParaRPr lang="zh-CN" altLang="en-US" noProof="0" smtClean="0"/>
          </a:p>
          <a:p>
            <a:pPr lvl="1"/>
            <a:r>
              <a:rPr lang="zh-CN" altLang="en-US" noProof="0" smtClean="0"/>
              <a:t>第二级</a:t>
            </a:r>
            <a:endParaRPr lang="zh-CN" altLang="en-US" noProof="0" smtClean="0"/>
          </a:p>
          <a:p>
            <a:pPr lvl="2"/>
            <a:r>
              <a:rPr lang="zh-CN" altLang="en-US" noProof="0" smtClean="0"/>
              <a:t>第三级</a:t>
            </a:r>
            <a:endParaRPr lang="zh-CN" altLang="en-US" noProof="0" smtClean="0"/>
          </a:p>
          <a:p>
            <a:pPr lvl="3"/>
            <a:r>
              <a:rPr lang="zh-CN" altLang="en-US" noProof="0" smtClean="0"/>
              <a:t>第四级</a:t>
            </a:r>
            <a:endParaRPr lang="zh-CN" altLang="en-US" noProof="0" smtClean="0"/>
          </a:p>
          <a:p>
            <a:pPr lvl="4"/>
            <a:r>
              <a:rPr lang="zh-CN" altLang="en-US" noProof="0" smtClean="0"/>
              <a:t>第五级</a:t>
            </a:r>
            <a:endParaRPr lang="zh-CN" altLang="en-US" noProof="0"/>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0" hangingPunct="0">
              <a:defRPr sz="1200">
                <a:latin typeface="Arial" panose="020B0604020202020204" pitchFamily="34" charset="0"/>
                <a:ea typeface="宋体" panose="02010600030101010101" pitchFamily="2" charset="-122"/>
                <a:cs typeface="宋体" panose="02010600030101010101" pitchFamily="2" charset="-122"/>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eaLnBrk="0" hangingPunct="0">
              <a:defRPr sz="1200">
                <a:latin typeface="Arial" panose="020B0604020202020204" pitchFamily="34" charset="0"/>
                <a:ea typeface="宋体" panose="02010600030101010101" pitchFamily="2" charset="-122"/>
                <a:cs typeface="宋体" panose="02010600030101010101" pitchFamily="2" charset="-122"/>
              </a:defRPr>
            </a:lvl1pPr>
          </a:lstStyle>
          <a:p>
            <a:pPr>
              <a:defRPr/>
            </a:pPr>
            <a:fld id="{3012FE3A-822F-44C2-B269-A09723078AB9}" type="slidenum">
              <a:rPr lang="zh-CN" altLang="en-US"/>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2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500034" y="714362"/>
            <a:ext cx="5357850" cy="500066"/>
          </a:xfrm>
        </p:spPr>
        <p:txBody>
          <a:bodyPr/>
          <a:lstStyle/>
          <a:p>
            <a:r>
              <a:rPr lang="zh-CN" altLang="en-US" smtClean="0"/>
              <a:t>单击此处编辑母版标题样式</a:t>
            </a:r>
            <a:endParaRPr lang="zh-CN" altLang="en-US" dirty="0"/>
          </a:p>
        </p:txBody>
      </p:sp>
      <p:sp>
        <p:nvSpPr>
          <p:cNvPr id="3" name="内容占位符 2"/>
          <p:cNvSpPr>
            <a:spLocks noGrp="1"/>
          </p:cNvSpPr>
          <p:nvPr>
            <p:ph idx="1"/>
          </p:nvPr>
        </p:nvSpPr>
        <p:spPr>
          <a:xfrm>
            <a:off x="457200" y="1428742"/>
            <a:ext cx="8229600" cy="3303998"/>
          </a:xfrm>
        </p:spPr>
        <p:txBody>
          <a:bodyPr/>
          <a:lstStyle>
            <a:lvl1pPr algn="l">
              <a:defRPr lang="zh-CN" altLang="en-US" sz="2800" kern="1200" baseline="0" dirty="0">
                <a:solidFill>
                  <a:schemeClr val="bg1"/>
                </a:solidFill>
                <a:latin typeface="+mn-lt"/>
                <a:ea typeface="+mn-ea"/>
                <a:cs typeface="+mn-cs"/>
                <a:sym typeface="Calibri" panose="020F0502020204030204" pitchFamily="34" charset="0"/>
              </a:defRPr>
            </a:lvl1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500034" y="714362"/>
            <a:ext cx="5357850" cy="500066"/>
          </a:xfrm>
        </p:spPr>
        <p:txBody>
          <a:bodyPr/>
          <a:lstStyle/>
          <a:p>
            <a:r>
              <a:rPr lang="zh-CN" altLang="en-US" smtClean="0"/>
              <a:t>单击此处编辑母版标题样式</a:t>
            </a:r>
            <a:endParaRPr lang="zh-CN" altLang="en-US" dirty="0"/>
          </a:p>
        </p:txBody>
      </p:sp>
      <p:sp>
        <p:nvSpPr>
          <p:cNvPr id="3" name="内容占位符 2"/>
          <p:cNvSpPr>
            <a:spLocks noGrp="1"/>
          </p:cNvSpPr>
          <p:nvPr>
            <p:ph idx="1"/>
          </p:nvPr>
        </p:nvSpPr>
        <p:spPr>
          <a:xfrm>
            <a:off x="457200" y="1428742"/>
            <a:ext cx="8229600" cy="3303998"/>
          </a:xfrm>
        </p:spPr>
        <p:txBody>
          <a:bodyPr/>
          <a:lstStyle>
            <a:lvl1pPr algn="l" eaLnBrk="1" hangingPunct="1">
              <a:lnSpc>
                <a:spcPct val="150000"/>
              </a:lnSpc>
              <a:buFont typeface="Arial" panose="020B0604020202020204" pitchFamily="34" charset="0"/>
              <a:buNone/>
              <a:defRPr sz="1800"/>
            </a:lvl1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a:xfrm>
            <a:off x="659807" y="4762375"/>
            <a:ext cx="2025000" cy="237600"/>
          </a:xfrm>
        </p:spPr>
        <p:txBody>
          <a:bodyPr/>
          <a:lstStyle>
            <a:lvl1pPr>
              <a:defRPr>
                <a:latin typeface="微软雅黑" panose="020B0503020204020204" charset="-122"/>
                <a:ea typeface="微软雅黑" panose="020B0503020204020204" charset="-122"/>
              </a:defRPr>
            </a:lvl1p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a:xfrm>
            <a:off x="3087000" y="4762375"/>
            <a:ext cx="2970000" cy="237600"/>
          </a:xfrm>
        </p:spPr>
        <p:txBody>
          <a:bodyPr/>
          <a:lstStyle>
            <a:lvl1pPr>
              <a:defRPr>
                <a:latin typeface="微软雅黑" panose="020B0503020204020204" charset="-122"/>
                <a:ea typeface="微软雅黑" panose="020B0503020204020204" charset="-122"/>
              </a:defRPr>
            </a:lvl1pPr>
          </a:lstStyle>
          <a:p>
            <a:endParaRPr lang="zh-CN" altLang="en-US"/>
          </a:p>
        </p:txBody>
      </p:sp>
      <p:sp>
        <p:nvSpPr>
          <p:cNvPr id="4" name="灯片编号占位符 3"/>
          <p:cNvSpPr>
            <a:spLocks noGrp="1"/>
          </p:cNvSpPr>
          <p:nvPr>
            <p:ph type="sldNum" sz="quarter" idx="12"/>
            <p:custDataLst>
              <p:tags r:id="rId4"/>
            </p:custDataLst>
          </p:nvPr>
        </p:nvSpPr>
        <p:spPr>
          <a:xfrm>
            <a:off x="6457950" y="4762375"/>
            <a:ext cx="2025000" cy="237600"/>
          </a:xfrm>
        </p:spPr>
        <p:txBody>
          <a:bodyPr/>
          <a:lstStyle>
            <a:lvl1pPr>
              <a:defRPr>
                <a:latin typeface="微软雅黑" panose="020B0503020204020204" charset="-122"/>
                <a:ea typeface="微软雅黑" panose="020B0503020204020204" charset="-122"/>
              </a:defRPr>
            </a:lvl1pPr>
          </a:lstStyle>
          <a:p>
            <a:fld id="{49AE70B2-8BF9-45C0-BB95-33D1B9D3A854}"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image" Target="../media/image1.jpeg"/><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blipFill dpi="0" rotWithShape="0">
          <a:blip r:embed="rId4" cstate="print"/>
          <a:srcRect/>
          <a:stretch>
            <a:fillRect/>
          </a:stretch>
        </a:blip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idx="4294967295"/>
          </p:nvPr>
        </p:nvSpPr>
        <p:spPr bwMode="auto">
          <a:xfrm>
            <a:off x="457200" y="642938"/>
            <a:ext cx="8229600" cy="420687"/>
          </a:xfrm>
          <a:prstGeom prst="rect">
            <a:avLst/>
          </a:prstGeom>
          <a:noFill/>
          <a:ln w="9525">
            <a:noFill/>
            <a:miter lim="800000"/>
          </a:ln>
        </p:spPr>
        <p:txBody>
          <a:bodyPr vert="horz" wrap="square" lIns="91440" tIns="45720" rIns="91440" bIns="45720" numCol="1" anchor="ctr" anchorCtr="0" compatLnSpc="1"/>
          <a:lstStyle/>
          <a:p>
            <a:pPr lvl="0"/>
            <a:r>
              <a:rPr lang="zh-CN" altLang="en-US" smtClean="0">
                <a:sym typeface="Calibri" panose="020F0502020204030204" pitchFamily="34" charset="0"/>
              </a:rPr>
              <a:t>贵学</a:t>
            </a:r>
            <a:r>
              <a:rPr lang="en-US" altLang="zh-CN" smtClean="0">
                <a:sym typeface="Calibri" panose="020F0502020204030204" pitchFamily="34" charset="0"/>
              </a:rPr>
              <a:t>PPT</a:t>
            </a:r>
            <a:r>
              <a:rPr lang="zh-CN" altLang="en-US" smtClean="0">
                <a:sym typeface="Calibri" panose="020F0502020204030204" pitchFamily="34" charset="0"/>
              </a:rPr>
              <a:t>制作要求</a:t>
            </a:r>
            <a:endParaRPr lang="zh-CN" smtClean="0">
              <a:sym typeface="Calibri" panose="020F0502020204030204" pitchFamily="34" charset="0"/>
            </a:endParaRPr>
          </a:p>
        </p:txBody>
      </p:sp>
      <p:sp>
        <p:nvSpPr>
          <p:cNvPr id="1027" name="文本占位符 2"/>
          <p:cNvSpPr>
            <a:spLocks noGrp="1" noChangeArrowheads="1"/>
          </p:cNvSpPr>
          <p:nvPr>
            <p:ph type="body" idx="1"/>
          </p:nvPr>
        </p:nvSpPr>
        <p:spPr bwMode="auto">
          <a:xfrm>
            <a:off x="428625" y="1357313"/>
            <a:ext cx="8229600" cy="3394075"/>
          </a:xfrm>
          <a:prstGeom prst="rect">
            <a:avLst/>
          </a:prstGeom>
          <a:noFill/>
          <a:ln w="9525">
            <a:noFill/>
            <a:miter lim="800000"/>
          </a:ln>
        </p:spPr>
        <p:txBody>
          <a:bodyPr vert="horz" wrap="square" lIns="91440" tIns="45720" rIns="91440" bIns="45720" numCol="1" anchor="t" anchorCtr="0" compatLnSpc="1"/>
          <a:lstStyle/>
          <a:p>
            <a:pPr lvl="0"/>
            <a:endParaRPr lang="en-US" altLang="zh-CN" smtClean="0">
              <a:sym typeface="Calibri" panose="020F0502020204030204" pitchFamily="34" charset="0"/>
            </a:endParaRPr>
          </a:p>
          <a:p>
            <a:pPr lvl="0"/>
            <a:r>
              <a:rPr lang="zh-CN" altLang="en-US" smtClean="0">
                <a:sym typeface="Calibri" panose="020F0502020204030204" pitchFamily="34" charset="0"/>
              </a:rPr>
              <a:t>雅思阅读真经  </a:t>
            </a:r>
            <a:r>
              <a:rPr lang="en-US" altLang="zh-CN" smtClean="0">
                <a:sym typeface="Calibri" panose="020F0502020204030204" pitchFamily="34" charset="0"/>
              </a:rPr>
              <a:t>1</a:t>
            </a:r>
            <a:endParaRPr lang="en-US" altLang="zh-CN" smtClean="0">
              <a:sym typeface="Calibri" panose="020F0502020204030204" pitchFamily="34" charset="0"/>
            </a:endParaRPr>
          </a:p>
          <a:p>
            <a:pPr lvl="0"/>
            <a:r>
              <a:rPr lang="zh-CN" altLang="en-US" smtClean="0">
                <a:sym typeface="Calibri" panose="020F0502020204030204" pitchFamily="34" charset="0"/>
              </a:rPr>
              <a:t>刘洪波</a:t>
            </a:r>
            <a:endParaRPr lang="zh-CN" smtClean="0">
              <a:sym typeface="Calibri" panose="020F050202020403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marL="914400" indent="-914400" algn="l" rtl="0" eaLnBrk="0" fontAlgn="base" hangingPunct="0">
        <a:spcBef>
          <a:spcPct val="0"/>
        </a:spcBef>
        <a:spcAft>
          <a:spcPct val="0"/>
        </a:spcAft>
        <a:defRPr sz="2800" kern="1200">
          <a:solidFill>
            <a:schemeClr val="bg1"/>
          </a:solidFill>
          <a:latin typeface="Comic Sans MS" panose="030F0702030302020204" pitchFamily="66" charset="0"/>
          <a:ea typeface="+mj-ea"/>
          <a:cs typeface="微软雅黑" panose="020B0503020204020204" charset="-122"/>
          <a:sym typeface="Calibri" panose="020F0502020204030204" pitchFamily="34" charset="0"/>
        </a:defRPr>
      </a:lvl1pPr>
      <a:lvl2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2pPr>
      <a:lvl3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3pPr>
      <a:lvl4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4pPr>
      <a:lvl5pPr marL="914400" indent="-914400" algn="l" rtl="0" eaLnBrk="0" fontAlgn="base" hangingPunct="0">
        <a:spcBef>
          <a:spcPct val="0"/>
        </a:spcBef>
        <a:spcAft>
          <a:spcPct val="0"/>
        </a:spcAft>
        <a:defRPr sz="2800">
          <a:solidFill>
            <a:schemeClr val="bg1"/>
          </a:solidFill>
          <a:latin typeface="Comic Sans MS" panose="030F0702030302020204" pitchFamily="66" charset="0"/>
          <a:ea typeface="微软雅黑" panose="020B0503020204020204" charset="-122"/>
          <a:cs typeface="微软雅黑" panose="020B0503020204020204" charset="-122"/>
          <a:sym typeface="Calibri" panose="020F0502020204030204" pitchFamily="34" charset="0"/>
        </a:defRPr>
      </a:lvl5pPr>
      <a:lvl6pPr marL="13716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6pPr>
      <a:lvl7pPr marL="18288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7pPr>
      <a:lvl8pPr marL="22860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8pPr>
      <a:lvl9pPr marL="2743200" indent="-914400" algn="l" rtl="0" fontAlgn="base">
        <a:spcBef>
          <a:spcPct val="0"/>
        </a:spcBef>
        <a:spcAft>
          <a:spcPct val="0"/>
        </a:spcAft>
        <a:defRPr sz="3600">
          <a:solidFill>
            <a:schemeClr val="bg1"/>
          </a:solidFill>
          <a:latin typeface="Calibri" panose="020F0502020204030204" pitchFamily="34" charset="0"/>
          <a:ea typeface="微软雅黑" panose="020B0503020204020204" charset="-122"/>
          <a:sym typeface="Calibri" panose="020F0502020204030204" pitchFamily="34" charset="0"/>
        </a:defRPr>
      </a:lvl9pPr>
    </p:titleStyle>
    <p:bodyStyle>
      <a:lvl1pPr marL="342900" indent="-342900" algn="ctr" rtl="0" eaLnBrk="0" fontAlgn="base" hangingPunct="0">
        <a:spcBef>
          <a:spcPct val="20000"/>
        </a:spcBef>
        <a:spcAft>
          <a:spcPct val="0"/>
        </a:spcAft>
        <a:buFont typeface="Arial" panose="020B0604020202020204" pitchFamily="34" charset="0"/>
        <a:buChar char="•"/>
        <a:defRPr sz="3200" kern="1200">
          <a:solidFill>
            <a:schemeClr val="bg1"/>
          </a:solidFill>
          <a:latin typeface="+mn-lt"/>
          <a:ea typeface="+mn-ea"/>
          <a:cs typeface="微软雅黑" panose="020B0503020204020204" charset="-122"/>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bg1"/>
          </a:solidFill>
          <a:latin typeface="+mn-lt"/>
          <a:ea typeface="+mn-ea"/>
          <a:cs typeface="微软雅黑" panose="020B0503020204020204" charset="-122"/>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bg1"/>
          </a:solidFill>
          <a:latin typeface="+mn-lt"/>
          <a:ea typeface="+mn-ea"/>
          <a:cs typeface="微软雅黑" panose="020B0503020204020204" charset="-122"/>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bg1"/>
          </a:solidFill>
          <a:latin typeface="+mn-lt"/>
          <a:ea typeface="+mn-ea"/>
          <a:cs typeface="微软雅黑" panose="020B0503020204020204" charset="-122"/>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bg1"/>
          </a:solidFill>
          <a:latin typeface="+mn-lt"/>
          <a:ea typeface="+mn-ea"/>
          <a:cs typeface="微软雅黑" panose="020B0503020204020204" charset="-122"/>
          <a:sym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tags" Target="../tags/tag12.xml"/><Relationship Id="rId8" Type="http://schemas.openxmlformats.org/officeDocument/2006/relationships/tags" Target="../tags/tag11.xml"/><Relationship Id="rId7" Type="http://schemas.openxmlformats.org/officeDocument/2006/relationships/tags" Target="../tags/tag10.xml"/><Relationship Id="rId6" Type="http://schemas.openxmlformats.org/officeDocument/2006/relationships/tags" Target="../tags/tag9.xml"/><Relationship Id="rId5" Type="http://schemas.openxmlformats.org/officeDocument/2006/relationships/tags" Target="../tags/tag8.xml"/><Relationship Id="rId4" Type="http://schemas.openxmlformats.org/officeDocument/2006/relationships/tags" Target="../tags/tag7.xml"/><Relationship Id="rId3" Type="http://schemas.openxmlformats.org/officeDocument/2006/relationships/tags" Target="../tags/tag6.xml"/><Relationship Id="rId2" Type="http://schemas.openxmlformats.org/officeDocument/2006/relationships/tags" Target="../tags/tag5.xml"/><Relationship Id="rId17" Type="http://schemas.openxmlformats.org/officeDocument/2006/relationships/slideLayout" Target="../slideLayouts/slideLayout2.xml"/><Relationship Id="rId16" Type="http://schemas.openxmlformats.org/officeDocument/2006/relationships/tags" Target="../tags/tag19.xml"/><Relationship Id="rId15" Type="http://schemas.openxmlformats.org/officeDocument/2006/relationships/tags" Target="../tags/tag18.xml"/><Relationship Id="rId14" Type="http://schemas.openxmlformats.org/officeDocument/2006/relationships/tags" Target="../tags/tag17.xml"/><Relationship Id="rId13" Type="http://schemas.openxmlformats.org/officeDocument/2006/relationships/tags" Target="../tags/tag16.xml"/><Relationship Id="rId12" Type="http://schemas.openxmlformats.org/officeDocument/2006/relationships/tags" Target="../tags/tag15.xml"/><Relationship Id="rId11" Type="http://schemas.openxmlformats.org/officeDocument/2006/relationships/tags" Target="../tags/tag14.xml"/><Relationship Id="rId10" Type="http://schemas.openxmlformats.org/officeDocument/2006/relationships/tags" Target="../tags/tag13.xml"/><Relationship Id="rId1" Type="http://schemas.openxmlformats.org/officeDocument/2006/relationships/tags" Target="../tags/tag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customXml" Target="../ink/ink1.xml"/></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customXml" Target="../ink/ink3.xml"/><Relationship Id="rId2" Type="http://schemas.openxmlformats.org/officeDocument/2006/relationships/image" Target="../media/image4.png"/><Relationship Id="rId1" Type="http://schemas.openxmlformats.org/officeDocument/2006/relationships/customXml" Target="../ink/ink2.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customXml" Target="../ink/ink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customXml" Target="../ink/ink7.xml"/><Relationship Id="rId3" Type="http://schemas.openxmlformats.org/officeDocument/2006/relationships/customXml" Target="../ink/ink6.xml"/><Relationship Id="rId2" Type="http://schemas.openxmlformats.org/officeDocument/2006/relationships/image" Target="../media/image4.png"/><Relationship Id="rId1" Type="http://schemas.openxmlformats.org/officeDocument/2006/relationships/customXml" Target="../ink/ink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6.png"/><Relationship Id="rId1" Type="http://schemas.openxmlformats.org/officeDocument/2006/relationships/tags" Target="../tags/tag20.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6.png"/><Relationship Id="rId1" Type="http://schemas.openxmlformats.org/officeDocument/2006/relationships/tags" Target="../tags/tag21.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6.png"/><Relationship Id="rId1" Type="http://schemas.openxmlformats.org/officeDocument/2006/relationships/tags" Target="../tags/tag22.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tags" Target="../tags/tag23.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tags" Target="../tags/tag24.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9.png"/><Relationship Id="rId1" Type="http://schemas.openxmlformats.org/officeDocument/2006/relationships/tags" Target="../tags/tag25.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9.png"/><Relationship Id="rId1" Type="http://schemas.openxmlformats.org/officeDocument/2006/relationships/tags" Target="../tags/tag2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0.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0.png"/></Relationships>
</file>

<file path=ppt/slides/_rels/slide33.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12.png"/><Relationship Id="rId3" Type="http://schemas.openxmlformats.org/officeDocument/2006/relationships/tags" Target="../tags/tag28.xml"/><Relationship Id="rId2" Type="http://schemas.openxmlformats.org/officeDocument/2006/relationships/image" Target="../media/image11.jpeg"/><Relationship Id="rId1" Type="http://schemas.openxmlformats.org/officeDocument/2006/relationships/tags" Target="../tags/tag27.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4.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标题 1"/>
          <p:cNvSpPr>
            <a:spLocks noGrp="1"/>
          </p:cNvSpPr>
          <p:nvPr>
            <p:ph type="title"/>
          </p:nvPr>
        </p:nvSpPr>
        <p:spPr>
          <a:xfrm>
            <a:off x="716915" y="712470"/>
            <a:ext cx="7157085" cy="500380"/>
          </a:xfrm>
        </p:spPr>
        <p:txBody>
          <a:bodyPr/>
          <a:lstStyle/>
          <a:p>
            <a:r>
              <a:rPr lang="en-US" altLang="zh-CN" sz="2400" smtClean="0">
                <a:solidFill>
                  <a:schemeClr val="tx1"/>
                </a:solidFill>
                <a:latin typeface="华文细黑" panose="02010600040101010101" charset="-122"/>
                <a:ea typeface="华文细黑" panose="02010600040101010101" charset="-122"/>
                <a:cs typeface="华文细黑" panose="02010600040101010101" charset="-122"/>
                <a:sym typeface="Comic Sans MS" panose="030F0702030302020204" pitchFamily="66" charset="0"/>
              </a:rPr>
              <a:t>Criterion of the writing test</a:t>
            </a:r>
            <a:endParaRPr lang="en-US" altLang="zh-CN" sz="2400" smtClean="0">
              <a:solidFill>
                <a:schemeClr val="tx1"/>
              </a:solidFill>
              <a:latin typeface="华文细黑" panose="02010600040101010101" charset="-122"/>
              <a:ea typeface="华文细黑" panose="02010600040101010101" charset="-122"/>
              <a:cs typeface="华文细黑" panose="02010600040101010101" charset="-122"/>
              <a:sym typeface="Comic Sans MS" panose="030F0702030302020204" pitchFamily="66" charset="0"/>
            </a:endParaRPr>
          </a:p>
        </p:txBody>
      </p:sp>
      <p:grpSp>
        <p:nvGrpSpPr>
          <p:cNvPr id="6" name="组合 5"/>
          <p:cNvGrpSpPr/>
          <p:nvPr>
            <p:custDataLst>
              <p:tags r:id="rId1"/>
            </p:custDataLst>
          </p:nvPr>
        </p:nvGrpSpPr>
        <p:grpSpPr>
          <a:xfrm>
            <a:off x="716906" y="1651992"/>
            <a:ext cx="1619580" cy="2633696"/>
            <a:chOff x="776612" y="2602168"/>
            <a:chExt cx="1548416" cy="2517971"/>
          </a:xfrm>
        </p:grpSpPr>
        <p:sp>
          <p:nvSpPr>
            <p:cNvPr id="295" name="Freeform 171"/>
            <p:cNvSpPr/>
            <p:nvPr>
              <p:custDataLst>
                <p:tags r:id="rId2"/>
              </p:custDataLst>
            </p:nvPr>
          </p:nvSpPr>
          <p:spPr bwMode="auto">
            <a:xfrm>
              <a:off x="903544" y="2616369"/>
              <a:ext cx="1295850" cy="1321884"/>
            </a:xfrm>
            <a:custGeom>
              <a:avLst/>
              <a:gdLst>
                <a:gd name="T0" fmla="*/ 461 w 461"/>
                <a:gd name="T1" fmla="*/ 233 h 470"/>
                <a:gd name="T2" fmla="*/ 231 w 461"/>
                <a:gd name="T3" fmla="*/ 465 h 470"/>
                <a:gd name="T4" fmla="*/ 0 w 461"/>
                <a:gd name="T5" fmla="*/ 256 h 470"/>
                <a:gd name="T6" fmla="*/ 231 w 461"/>
                <a:gd name="T7" fmla="*/ 4 h 470"/>
                <a:gd name="T8" fmla="*/ 461 w 461"/>
                <a:gd name="T9" fmla="*/ 233 h 470"/>
              </a:gdLst>
              <a:ahLst/>
              <a:cxnLst>
                <a:cxn ang="0">
                  <a:pos x="T0" y="T1"/>
                </a:cxn>
                <a:cxn ang="0">
                  <a:pos x="T2" y="T3"/>
                </a:cxn>
                <a:cxn ang="0">
                  <a:pos x="T4" y="T5"/>
                </a:cxn>
                <a:cxn ang="0">
                  <a:pos x="T6" y="T7"/>
                </a:cxn>
                <a:cxn ang="0">
                  <a:pos x="T8" y="T9"/>
                </a:cxn>
              </a:cxnLst>
              <a:rect l="0" t="0" r="r" b="b"/>
              <a:pathLst>
                <a:path w="461" h="470">
                  <a:moveTo>
                    <a:pt x="461" y="233"/>
                  </a:moveTo>
                  <a:cubicBezTo>
                    <a:pt x="461" y="360"/>
                    <a:pt x="358" y="461"/>
                    <a:pt x="231" y="465"/>
                  </a:cubicBezTo>
                  <a:cubicBezTo>
                    <a:pt x="103" y="470"/>
                    <a:pt x="0" y="383"/>
                    <a:pt x="0" y="256"/>
                  </a:cubicBezTo>
                  <a:cubicBezTo>
                    <a:pt x="0" y="129"/>
                    <a:pt x="103" y="8"/>
                    <a:pt x="231" y="4"/>
                  </a:cubicBezTo>
                  <a:cubicBezTo>
                    <a:pt x="358" y="0"/>
                    <a:pt x="461" y="105"/>
                    <a:pt x="461" y="233"/>
                  </a:cubicBezTo>
                </a:path>
              </a:pathLst>
            </a:custGeom>
            <a:solidFill>
              <a:srgbClr val="47B6EA"/>
            </a:solidFill>
            <a:ln w="53975">
              <a:noFill/>
            </a:ln>
            <a:effectLst/>
          </p:spPr>
          <p:txBody>
            <a:bodyPr vert="horz" wrap="square" lIns="0" tIns="0" rIns="0" bIns="0" numCol="1" anchor="ctr" anchorCtr="0" compatLnSpc="1">
              <a:normAutofit/>
            </a:bodyPr>
            <a:lstStyle/>
            <a:p>
              <a:pPr algn="ctr"/>
              <a:r>
                <a:rPr lang="en-US" altLang="zh-CN" sz="3200" b="1" smtClean="0">
                  <a:solidFill>
                    <a:sysClr val="window" lastClr="FFFFFF"/>
                  </a:solidFill>
                  <a:latin typeface="Calibri Light" panose="020F0302020204030204" charset="0"/>
                  <a:ea typeface="+mn-ea"/>
                  <a:cs typeface="+mn-ea"/>
                </a:rPr>
                <a:t>TR</a:t>
              </a:r>
              <a:endParaRPr lang="en-US" altLang="zh-CN" sz="3200" b="1" smtClean="0">
                <a:solidFill>
                  <a:sysClr val="window" lastClr="FFFFFF"/>
                </a:solidFill>
                <a:latin typeface="Calibri Light" panose="020F0302020204030204" charset="0"/>
                <a:ea typeface="+mn-ea"/>
                <a:cs typeface="+mn-ea"/>
              </a:endParaRPr>
            </a:p>
          </p:txBody>
        </p:sp>
        <p:sp>
          <p:nvSpPr>
            <p:cNvPr id="296" name="Freeform 283"/>
            <p:cNvSpPr>
              <a:spLocks noEditPoints="1"/>
            </p:cNvSpPr>
            <p:nvPr>
              <p:custDataLst>
                <p:tags r:id="rId3"/>
              </p:custDataLst>
            </p:nvPr>
          </p:nvSpPr>
          <p:spPr bwMode="auto">
            <a:xfrm>
              <a:off x="881594" y="2602168"/>
              <a:ext cx="1338453" cy="1364487"/>
            </a:xfrm>
            <a:custGeom>
              <a:avLst/>
              <a:gdLst>
                <a:gd name="T0" fmla="*/ 238 w 476"/>
                <a:gd name="T1" fmla="*/ 4 h 485"/>
                <a:gd name="T2" fmla="*/ 0 w 476"/>
                <a:gd name="T3" fmla="*/ 264 h 485"/>
                <a:gd name="T4" fmla="*/ 238 w 476"/>
                <a:gd name="T5" fmla="*/ 480 h 485"/>
                <a:gd name="T6" fmla="*/ 476 w 476"/>
                <a:gd name="T7" fmla="*/ 241 h 485"/>
                <a:gd name="T8" fmla="*/ 238 w 476"/>
                <a:gd name="T9" fmla="*/ 4 h 485"/>
                <a:gd name="T10" fmla="*/ 246 w 476"/>
                <a:gd name="T11" fmla="*/ 439 h 485"/>
                <a:gd name="T12" fmla="*/ 46 w 476"/>
                <a:gd name="T13" fmla="*/ 253 h 485"/>
                <a:gd name="T14" fmla="*/ 246 w 476"/>
                <a:gd name="T15" fmla="*/ 39 h 485"/>
                <a:gd name="T16" fmla="*/ 446 w 476"/>
                <a:gd name="T17" fmla="*/ 237 h 485"/>
                <a:gd name="T18" fmla="*/ 246 w 476"/>
                <a:gd name="T19" fmla="*/ 439 h 4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76" h="485">
                  <a:moveTo>
                    <a:pt x="238" y="4"/>
                  </a:moveTo>
                  <a:cubicBezTo>
                    <a:pt x="107" y="9"/>
                    <a:pt x="0" y="133"/>
                    <a:pt x="0" y="264"/>
                  </a:cubicBezTo>
                  <a:cubicBezTo>
                    <a:pt x="0" y="396"/>
                    <a:pt x="107" y="485"/>
                    <a:pt x="238" y="480"/>
                  </a:cubicBezTo>
                  <a:cubicBezTo>
                    <a:pt x="370" y="476"/>
                    <a:pt x="476" y="372"/>
                    <a:pt x="476" y="241"/>
                  </a:cubicBezTo>
                  <a:cubicBezTo>
                    <a:pt x="476" y="109"/>
                    <a:pt x="370" y="0"/>
                    <a:pt x="238" y="4"/>
                  </a:cubicBezTo>
                  <a:close/>
                  <a:moveTo>
                    <a:pt x="246" y="439"/>
                  </a:moveTo>
                  <a:cubicBezTo>
                    <a:pt x="136" y="443"/>
                    <a:pt x="46" y="364"/>
                    <a:pt x="46" y="253"/>
                  </a:cubicBezTo>
                  <a:cubicBezTo>
                    <a:pt x="46" y="143"/>
                    <a:pt x="136" y="43"/>
                    <a:pt x="246" y="39"/>
                  </a:cubicBezTo>
                  <a:cubicBezTo>
                    <a:pt x="356" y="36"/>
                    <a:pt x="446" y="127"/>
                    <a:pt x="446" y="237"/>
                  </a:cubicBezTo>
                  <a:cubicBezTo>
                    <a:pt x="446" y="348"/>
                    <a:pt x="356" y="436"/>
                    <a:pt x="246" y="439"/>
                  </a:cubicBezTo>
                  <a:close/>
                </a:path>
              </a:pathLst>
            </a:custGeom>
            <a:solidFill>
              <a:sysClr val="window" lastClr="FFFFFF"/>
            </a:solidFill>
            <a:ln>
              <a:noFill/>
            </a:ln>
            <a:effectLst>
              <a:outerShdw blurRad="63500" sx="102000" sy="102000" algn="ctr" rotWithShape="0">
                <a:srgbClr val="47B6EA">
                  <a:lumMod val="75000"/>
                  <a:alpha val="40000"/>
                </a:srgbClr>
              </a:outerShdw>
            </a:effectLst>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normAutofit/>
            </a:bodyPr>
            <a:lstStyle/>
            <a:p>
              <a:endParaRPr lang="zh-CN" altLang="en-US" sz="1350"/>
            </a:p>
          </p:txBody>
        </p:sp>
        <p:sp>
          <p:nvSpPr>
            <p:cNvPr id="300" name="矩形 299"/>
            <p:cNvSpPr/>
            <p:nvPr>
              <p:custDataLst>
                <p:tags r:id="rId4"/>
              </p:custDataLst>
            </p:nvPr>
          </p:nvSpPr>
          <p:spPr>
            <a:xfrm>
              <a:off x="776612" y="4241090"/>
              <a:ext cx="1548416" cy="879049"/>
            </a:xfrm>
            <a:prstGeom prst="rect">
              <a:avLst/>
            </a:prstGeom>
          </p:spPr>
          <p:txBody>
            <a:bodyPr wrap="square" lIns="0" tIns="0" rIns="0" bIns="0" anchor="t" anchorCtr="0">
              <a:normAutofit/>
            </a:bodyPr>
            <a:lstStyle/>
            <a:p>
              <a:pPr algn="ctr"/>
              <a:r>
                <a:rPr lang="en-US" altLang="zh-CN" sz="1600" b="1" smtClean="0">
                  <a:solidFill>
                    <a:sysClr val="windowText" lastClr="000000">
                      <a:lumMod val="75000"/>
                      <a:lumOff val="25000"/>
                    </a:sysClr>
                  </a:solidFill>
                </a:rPr>
                <a:t>Task Response</a:t>
              </a:r>
              <a:endParaRPr lang="en-US" altLang="zh-CN" sz="1600" b="1" smtClean="0">
                <a:solidFill>
                  <a:sysClr val="windowText" lastClr="000000">
                    <a:lumMod val="75000"/>
                    <a:lumOff val="25000"/>
                  </a:sysClr>
                </a:solidFill>
              </a:endParaRPr>
            </a:p>
          </p:txBody>
        </p:sp>
      </p:grpSp>
      <p:grpSp>
        <p:nvGrpSpPr>
          <p:cNvPr id="5" name="组合 4"/>
          <p:cNvGrpSpPr/>
          <p:nvPr>
            <p:custDataLst>
              <p:tags r:id="rId5"/>
            </p:custDataLst>
          </p:nvPr>
        </p:nvGrpSpPr>
        <p:grpSpPr>
          <a:xfrm>
            <a:off x="2632951" y="1651992"/>
            <a:ext cx="1619580" cy="2633696"/>
            <a:chOff x="2794984" y="2602168"/>
            <a:chExt cx="1548416" cy="2517971"/>
          </a:xfrm>
        </p:grpSpPr>
        <p:sp>
          <p:nvSpPr>
            <p:cNvPr id="16" name="Freeform 171"/>
            <p:cNvSpPr/>
            <p:nvPr>
              <p:custDataLst>
                <p:tags r:id="rId6"/>
              </p:custDataLst>
            </p:nvPr>
          </p:nvSpPr>
          <p:spPr bwMode="auto">
            <a:xfrm>
              <a:off x="2930735" y="2616369"/>
              <a:ext cx="1295850" cy="1321884"/>
            </a:xfrm>
            <a:custGeom>
              <a:avLst/>
              <a:gdLst>
                <a:gd name="T0" fmla="*/ 461 w 461"/>
                <a:gd name="T1" fmla="*/ 233 h 470"/>
                <a:gd name="T2" fmla="*/ 231 w 461"/>
                <a:gd name="T3" fmla="*/ 465 h 470"/>
                <a:gd name="T4" fmla="*/ 0 w 461"/>
                <a:gd name="T5" fmla="*/ 256 h 470"/>
                <a:gd name="T6" fmla="*/ 231 w 461"/>
                <a:gd name="T7" fmla="*/ 4 h 470"/>
                <a:gd name="T8" fmla="*/ 461 w 461"/>
                <a:gd name="T9" fmla="*/ 233 h 470"/>
              </a:gdLst>
              <a:ahLst/>
              <a:cxnLst>
                <a:cxn ang="0">
                  <a:pos x="T0" y="T1"/>
                </a:cxn>
                <a:cxn ang="0">
                  <a:pos x="T2" y="T3"/>
                </a:cxn>
                <a:cxn ang="0">
                  <a:pos x="T4" y="T5"/>
                </a:cxn>
                <a:cxn ang="0">
                  <a:pos x="T6" y="T7"/>
                </a:cxn>
                <a:cxn ang="0">
                  <a:pos x="T8" y="T9"/>
                </a:cxn>
              </a:cxnLst>
              <a:rect l="0" t="0" r="r" b="b"/>
              <a:pathLst>
                <a:path w="461" h="470">
                  <a:moveTo>
                    <a:pt x="461" y="233"/>
                  </a:moveTo>
                  <a:cubicBezTo>
                    <a:pt x="461" y="360"/>
                    <a:pt x="358" y="461"/>
                    <a:pt x="231" y="465"/>
                  </a:cubicBezTo>
                  <a:cubicBezTo>
                    <a:pt x="103" y="470"/>
                    <a:pt x="0" y="383"/>
                    <a:pt x="0" y="256"/>
                  </a:cubicBezTo>
                  <a:cubicBezTo>
                    <a:pt x="0" y="129"/>
                    <a:pt x="103" y="8"/>
                    <a:pt x="231" y="4"/>
                  </a:cubicBezTo>
                  <a:cubicBezTo>
                    <a:pt x="358" y="0"/>
                    <a:pt x="461" y="105"/>
                    <a:pt x="461" y="233"/>
                  </a:cubicBezTo>
                </a:path>
              </a:pathLst>
            </a:custGeom>
            <a:solidFill>
              <a:srgbClr val="628EE3"/>
            </a:solidFill>
            <a:ln w="53975">
              <a:noFill/>
            </a:ln>
            <a:effectLst/>
          </p:spPr>
          <p:txBody>
            <a:bodyPr vert="horz" wrap="square" lIns="0" tIns="0" rIns="0" bIns="0" numCol="1" anchor="ctr" anchorCtr="0" compatLnSpc="1">
              <a:normAutofit/>
            </a:bodyPr>
            <a:lstStyle/>
            <a:p>
              <a:pPr algn="ctr"/>
              <a:r>
                <a:rPr lang="en-US" altLang="zh-CN" sz="3200" b="1" smtClean="0">
                  <a:solidFill>
                    <a:sysClr val="window" lastClr="FFFFFF"/>
                  </a:solidFill>
                  <a:latin typeface="Calibri Light" panose="020F0302020204030204" charset="0"/>
                  <a:ea typeface="+mn-ea"/>
                  <a:cs typeface="+mn-ea"/>
                </a:rPr>
                <a:t>CC</a:t>
              </a:r>
              <a:endParaRPr lang="en-US" altLang="zh-CN" sz="3200" b="1" smtClean="0">
                <a:solidFill>
                  <a:sysClr val="window" lastClr="FFFFFF"/>
                </a:solidFill>
                <a:latin typeface="Calibri Light" panose="020F0302020204030204" charset="0"/>
                <a:ea typeface="+mn-ea"/>
                <a:cs typeface="+mn-ea"/>
              </a:endParaRPr>
            </a:p>
          </p:txBody>
        </p:sp>
        <p:sp>
          <p:nvSpPr>
            <p:cNvPr id="17" name="Freeform 283"/>
            <p:cNvSpPr>
              <a:spLocks noEditPoints="1"/>
            </p:cNvSpPr>
            <p:nvPr>
              <p:custDataLst>
                <p:tags r:id="rId7"/>
              </p:custDataLst>
            </p:nvPr>
          </p:nvSpPr>
          <p:spPr bwMode="auto">
            <a:xfrm>
              <a:off x="2899966" y="2602168"/>
              <a:ext cx="1338453" cy="1364487"/>
            </a:xfrm>
            <a:custGeom>
              <a:avLst/>
              <a:gdLst>
                <a:gd name="T0" fmla="*/ 238 w 476"/>
                <a:gd name="T1" fmla="*/ 4 h 485"/>
                <a:gd name="T2" fmla="*/ 0 w 476"/>
                <a:gd name="T3" fmla="*/ 264 h 485"/>
                <a:gd name="T4" fmla="*/ 238 w 476"/>
                <a:gd name="T5" fmla="*/ 480 h 485"/>
                <a:gd name="T6" fmla="*/ 476 w 476"/>
                <a:gd name="T7" fmla="*/ 241 h 485"/>
                <a:gd name="T8" fmla="*/ 238 w 476"/>
                <a:gd name="T9" fmla="*/ 4 h 485"/>
                <a:gd name="T10" fmla="*/ 246 w 476"/>
                <a:gd name="T11" fmla="*/ 439 h 485"/>
                <a:gd name="T12" fmla="*/ 46 w 476"/>
                <a:gd name="T13" fmla="*/ 253 h 485"/>
                <a:gd name="T14" fmla="*/ 246 w 476"/>
                <a:gd name="T15" fmla="*/ 39 h 485"/>
                <a:gd name="T16" fmla="*/ 446 w 476"/>
                <a:gd name="T17" fmla="*/ 237 h 485"/>
                <a:gd name="T18" fmla="*/ 246 w 476"/>
                <a:gd name="T19" fmla="*/ 439 h 4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76" h="485">
                  <a:moveTo>
                    <a:pt x="238" y="4"/>
                  </a:moveTo>
                  <a:cubicBezTo>
                    <a:pt x="107" y="9"/>
                    <a:pt x="0" y="133"/>
                    <a:pt x="0" y="264"/>
                  </a:cubicBezTo>
                  <a:cubicBezTo>
                    <a:pt x="0" y="396"/>
                    <a:pt x="107" y="485"/>
                    <a:pt x="238" y="480"/>
                  </a:cubicBezTo>
                  <a:cubicBezTo>
                    <a:pt x="370" y="476"/>
                    <a:pt x="476" y="372"/>
                    <a:pt x="476" y="241"/>
                  </a:cubicBezTo>
                  <a:cubicBezTo>
                    <a:pt x="476" y="109"/>
                    <a:pt x="370" y="0"/>
                    <a:pt x="238" y="4"/>
                  </a:cubicBezTo>
                  <a:close/>
                  <a:moveTo>
                    <a:pt x="246" y="439"/>
                  </a:moveTo>
                  <a:cubicBezTo>
                    <a:pt x="136" y="443"/>
                    <a:pt x="46" y="364"/>
                    <a:pt x="46" y="253"/>
                  </a:cubicBezTo>
                  <a:cubicBezTo>
                    <a:pt x="46" y="143"/>
                    <a:pt x="136" y="43"/>
                    <a:pt x="246" y="39"/>
                  </a:cubicBezTo>
                  <a:cubicBezTo>
                    <a:pt x="356" y="36"/>
                    <a:pt x="446" y="127"/>
                    <a:pt x="446" y="237"/>
                  </a:cubicBezTo>
                  <a:cubicBezTo>
                    <a:pt x="446" y="348"/>
                    <a:pt x="356" y="436"/>
                    <a:pt x="246" y="439"/>
                  </a:cubicBezTo>
                  <a:close/>
                </a:path>
              </a:pathLst>
            </a:custGeom>
            <a:solidFill>
              <a:sysClr val="window" lastClr="FFFFFF"/>
            </a:solidFill>
            <a:ln>
              <a:noFill/>
            </a:ln>
            <a:effectLst>
              <a:outerShdw blurRad="63500" sx="102000" sy="102000" algn="ctr" rotWithShape="0">
                <a:srgbClr val="628EE3">
                  <a:lumMod val="75000"/>
                  <a:alpha val="40000"/>
                </a:srgbClr>
              </a:outerShdw>
            </a:effectLst>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normAutofit/>
            </a:bodyPr>
            <a:lstStyle/>
            <a:p>
              <a:endParaRPr lang="zh-CN" altLang="en-US" sz="1350"/>
            </a:p>
          </p:txBody>
        </p:sp>
        <p:sp>
          <p:nvSpPr>
            <p:cNvPr id="18" name="矩形 17"/>
            <p:cNvSpPr/>
            <p:nvPr>
              <p:custDataLst>
                <p:tags r:id="rId8"/>
              </p:custDataLst>
            </p:nvPr>
          </p:nvSpPr>
          <p:spPr>
            <a:xfrm>
              <a:off x="2794984" y="4241090"/>
              <a:ext cx="1548416" cy="879049"/>
            </a:xfrm>
            <a:prstGeom prst="rect">
              <a:avLst/>
            </a:prstGeom>
          </p:spPr>
          <p:txBody>
            <a:bodyPr wrap="square" lIns="0" tIns="0" rIns="0" bIns="0" anchor="t" anchorCtr="0">
              <a:normAutofit/>
            </a:bodyPr>
            <a:lstStyle/>
            <a:p>
              <a:pPr algn="ctr">
                <a:buClrTx/>
                <a:buSzTx/>
                <a:buFontTx/>
              </a:pPr>
              <a:r>
                <a:rPr lang="en-US" altLang="zh-CN" sz="1600" b="1" smtClean="0">
                  <a:solidFill>
                    <a:sysClr val="windowText" lastClr="000000">
                      <a:lumMod val="75000"/>
                      <a:lumOff val="25000"/>
                    </a:sysClr>
                  </a:solidFill>
                </a:rPr>
                <a:t>Coherence and cohesion</a:t>
              </a:r>
              <a:endParaRPr lang="en-US" altLang="zh-CN" sz="1600" b="1" smtClean="0">
                <a:solidFill>
                  <a:sysClr val="windowText" lastClr="000000">
                    <a:lumMod val="75000"/>
                    <a:lumOff val="25000"/>
                  </a:sysClr>
                </a:solidFill>
              </a:endParaRPr>
            </a:p>
          </p:txBody>
        </p:sp>
      </p:grpSp>
      <p:grpSp>
        <p:nvGrpSpPr>
          <p:cNvPr id="3" name="组合 2"/>
          <p:cNvGrpSpPr/>
          <p:nvPr>
            <p:custDataLst>
              <p:tags r:id="rId9"/>
            </p:custDataLst>
          </p:nvPr>
        </p:nvGrpSpPr>
        <p:grpSpPr>
          <a:xfrm>
            <a:off x="4548997" y="1651992"/>
            <a:ext cx="1619580" cy="2633696"/>
            <a:chOff x="4813356" y="2602168"/>
            <a:chExt cx="1548416" cy="2517971"/>
          </a:xfrm>
        </p:grpSpPr>
        <p:sp>
          <p:nvSpPr>
            <p:cNvPr id="20" name="Freeform 171"/>
            <p:cNvSpPr/>
            <p:nvPr>
              <p:custDataLst>
                <p:tags r:id="rId10"/>
              </p:custDataLst>
            </p:nvPr>
          </p:nvSpPr>
          <p:spPr bwMode="auto">
            <a:xfrm>
              <a:off x="4949107" y="2616369"/>
              <a:ext cx="1295850" cy="1321884"/>
            </a:xfrm>
            <a:custGeom>
              <a:avLst/>
              <a:gdLst>
                <a:gd name="T0" fmla="*/ 461 w 461"/>
                <a:gd name="T1" fmla="*/ 233 h 470"/>
                <a:gd name="T2" fmla="*/ 231 w 461"/>
                <a:gd name="T3" fmla="*/ 465 h 470"/>
                <a:gd name="T4" fmla="*/ 0 w 461"/>
                <a:gd name="T5" fmla="*/ 256 h 470"/>
                <a:gd name="T6" fmla="*/ 231 w 461"/>
                <a:gd name="T7" fmla="*/ 4 h 470"/>
                <a:gd name="T8" fmla="*/ 461 w 461"/>
                <a:gd name="T9" fmla="*/ 233 h 470"/>
              </a:gdLst>
              <a:ahLst/>
              <a:cxnLst>
                <a:cxn ang="0">
                  <a:pos x="T0" y="T1"/>
                </a:cxn>
                <a:cxn ang="0">
                  <a:pos x="T2" y="T3"/>
                </a:cxn>
                <a:cxn ang="0">
                  <a:pos x="T4" y="T5"/>
                </a:cxn>
                <a:cxn ang="0">
                  <a:pos x="T6" y="T7"/>
                </a:cxn>
                <a:cxn ang="0">
                  <a:pos x="T8" y="T9"/>
                </a:cxn>
              </a:cxnLst>
              <a:rect l="0" t="0" r="r" b="b"/>
              <a:pathLst>
                <a:path w="461" h="470">
                  <a:moveTo>
                    <a:pt x="461" y="233"/>
                  </a:moveTo>
                  <a:cubicBezTo>
                    <a:pt x="461" y="360"/>
                    <a:pt x="358" y="461"/>
                    <a:pt x="231" y="465"/>
                  </a:cubicBezTo>
                  <a:cubicBezTo>
                    <a:pt x="103" y="470"/>
                    <a:pt x="0" y="383"/>
                    <a:pt x="0" y="256"/>
                  </a:cubicBezTo>
                  <a:cubicBezTo>
                    <a:pt x="0" y="129"/>
                    <a:pt x="103" y="8"/>
                    <a:pt x="231" y="4"/>
                  </a:cubicBezTo>
                  <a:cubicBezTo>
                    <a:pt x="358" y="0"/>
                    <a:pt x="461" y="105"/>
                    <a:pt x="461" y="233"/>
                  </a:cubicBezTo>
                </a:path>
              </a:pathLst>
            </a:custGeom>
            <a:solidFill>
              <a:srgbClr val="47B6EA"/>
            </a:solidFill>
            <a:ln w="53975">
              <a:noFill/>
            </a:ln>
            <a:effectLst/>
          </p:spPr>
          <p:txBody>
            <a:bodyPr vert="horz" wrap="square" lIns="0" tIns="0" rIns="0" bIns="0" numCol="1" anchor="ctr" anchorCtr="0" compatLnSpc="1">
              <a:normAutofit/>
            </a:bodyPr>
            <a:lstStyle/>
            <a:p>
              <a:pPr algn="ctr"/>
              <a:r>
                <a:rPr lang="en-US" altLang="zh-CN" sz="3200" b="1" smtClean="0">
                  <a:solidFill>
                    <a:sysClr val="window" lastClr="FFFFFF"/>
                  </a:solidFill>
                  <a:latin typeface="Calibri Light" panose="020F0302020204030204" charset="0"/>
                  <a:ea typeface="+mn-ea"/>
                  <a:cs typeface="+mn-ea"/>
                </a:rPr>
                <a:t>LR</a:t>
              </a:r>
              <a:endParaRPr lang="en-US" altLang="zh-CN" sz="3200" b="1" smtClean="0">
                <a:solidFill>
                  <a:sysClr val="window" lastClr="FFFFFF"/>
                </a:solidFill>
                <a:latin typeface="Calibri Light" panose="020F0302020204030204" charset="0"/>
                <a:ea typeface="+mn-ea"/>
                <a:cs typeface="+mn-ea"/>
              </a:endParaRPr>
            </a:p>
          </p:txBody>
        </p:sp>
        <p:sp>
          <p:nvSpPr>
            <p:cNvPr id="21" name="Freeform 283"/>
            <p:cNvSpPr>
              <a:spLocks noEditPoints="1"/>
            </p:cNvSpPr>
            <p:nvPr>
              <p:custDataLst>
                <p:tags r:id="rId11"/>
              </p:custDataLst>
            </p:nvPr>
          </p:nvSpPr>
          <p:spPr bwMode="auto">
            <a:xfrm>
              <a:off x="4918338" y="2602168"/>
              <a:ext cx="1338453" cy="1364487"/>
            </a:xfrm>
            <a:custGeom>
              <a:avLst/>
              <a:gdLst>
                <a:gd name="T0" fmla="*/ 238 w 476"/>
                <a:gd name="T1" fmla="*/ 4 h 485"/>
                <a:gd name="T2" fmla="*/ 0 w 476"/>
                <a:gd name="T3" fmla="*/ 264 h 485"/>
                <a:gd name="T4" fmla="*/ 238 w 476"/>
                <a:gd name="T5" fmla="*/ 480 h 485"/>
                <a:gd name="T6" fmla="*/ 476 w 476"/>
                <a:gd name="T7" fmla="*/ 241 h 485"/>
                <a:gd name="T8" fmla="*/ 238 w 476"/>
                <a:gd name="T9" fmla="*/ 4 h 485"/>
                <a:gd name="T10" fmla="*/ 246 w 476"/>
                <a:gd name="T11" fmla="*/ 439 h 485"/>
                <a:gd name="T12" fmla="*/ 46 w 476"/>
                <a:gd name="T13" fmla="*/ 253 h 485"/>
                <a:gd name="T14" fmla="*/ 246 w 476"/>
                <a:gd name="T15" fmla="*/ 39 h 485"/>
                <a:gd name="T16" fmla="*/ 446 w 476"/>
                <a:gd name="T17" fmla="*/ 237 h 485"/>
                <a:gd name="T18" fmla="*/ 246 w 476"/>
                <a:gd name="T19" fmla="*/ 439 h 4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76" h="485">
                  <a:moveTo>
                    <a:pt x="238" y="4"/>
                  </a:moveTo>
                  <a:cubicBezTo>
                    <a:pt x="107" y="9"/>
                    <a:pt x="0" y="133"/>
                    <a:pt x="0" y="264"/>
                  </a:cubicBezTo>
                  <a:cubicBezTo>
                    <a:pt x="0" y="396"/>
                    <a:pt x="107" y="485"/>
                    <a:pt x="238" y="480"/>
                  </a:cubicBezTo>
                  <a:cubicBezTo>
                    <a:pt x="370" y="476"/>
                    <a:pt x="476" y="372"/>
                    <a:pt x="476" y="241"/>
                  </a:cubicBezTo>
                  <a:cubicBezTo>
                    <a:pt x="476" y="109"/>
                    <a:pt x="370" y="0"/>
                    <a:pt x="238" y="4"/>
                  </a:cubicBezTo>
                  <a:close/>
                  <a:moveTo>
                    <a:pt x="246" y="439"/>
                  </a:moveTo>
                  <a:cubicBezTo>
                    <a:pt x="136" y="443"/>
                    <a:pt x="46" y="364"/>
                    <a:pt x="46" y="253"/>
                  </a:cubicBezTo>
                  <a:cubicBezTo>
                    <a:pt x="46" y="143"/>
                    <a:pt x="136" y="43"/>
                    <a:pt x="246" y="39"/>
                  </a:cubicBezTo>
                  <a:cubicBezTo>
                    <a:pt x="356" y="36"/>
                    <a:pt x="446" y="127"/>
                    <a:pt x="446" y="237"/>
                  </a:cubicBezTo>
                  <a:cubicBezTo>
                    <a:pt x="446" y="348"/>
                    <a:pt x="356" y="436"/>
                    <a:pt x="246" y="439"/>
                  </a:cubicBezTo>
                  <a:close/>
                </a:path>
              </a:pathLst>
            </a:custGeom>
            <a:solidFill>
              <a:sysClr val="window" lastClr="FFFFFF"/>
            </a:solidFill>
            <a:ln>
              <a:noFill/>
            </a:ln>
            <a:effectLst>
              <a:outerShdw blurRad="63500" sx="102000" sy="102000" algn="ctr" rotWithShape="0">
                <a:srgbClr val="2BC3B5">
                  <a:lumMod val="75000"/>
                  <a:alpha val="40000"/>
                </a:srgbClr>
              </a:outerShdw>
            </a:effectLst>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normAutofit/>
            </a:bodyPr>
            <a:lstStyle/>
            <a:p>
              <a:endParaRPr lang="zh-CN" altLang="en-US" sz="1350"/>
            </a:p>
          </p:txBody>
        </p:sp>
        <p:sp>
          <p:nvSpPr>
            <p:cNvPr id="22" name="矩形 21"/>
            <p:cNvSpPr/>
            <p:nvPr>
              <p:custDataLst>
                <p:tags r:id="rId12"/>
              </p:custDataLst>
            </p:nvPr>
          </p:nvSpPr>
          <p:spPr>
            <a:xfrm>
              <a:off x="4813356" y="4241090"/>
              <a:ext cx="1548416" cy="879049"/>
            </a:xfrm>
            <a:prstGeom prst="rect">
              <a:avLst/>
            </a:prstGeom>
          </p:spPr>
          <p:txBody>
            <a:bodyPr wrap="square" lIns="0" tIns="0" rIns="0" bIns="0" anchor="t" anchorCtr="0">
              <a:normAutofit/>
            </a:bodyPr>
            <a:lstStyle/>
            <a:p>
              <a:pPr algn="ctr">
                <a:buClrTx/>
                <a:buSzTx/>
                <a:buFontTx/>
              </a:pPr>
              <a:r>
                <a:rPr lang="en-US" altLang="zh-CN" sz="1600" b="1" smtClean="0">
                  <a:solidFill>
                    <a:sysClr val="windowText" lastClr="000000">
                      <a:lumMod val="75000"/>
                      <a:lumOff val="25000"/>
                    </a:sysClr>
                  </a:solidFill>
                </a:rPr>
                <a:t>Lexical Resource</a:t>
              </a:r>
              <a:endParaRPr lang="en-US" altLang="zh-CN" sz="1600" b="1" smtClean="0">
                <a:solidFill>
                  <a:sysClr val="windowText" lastClr="000000">
                    <a:lumMod val="75000"/>
                    <a:lumOff val="25000"/>
                  </a:sysClr>
                </a:solidFill>
              </a:endParaRPr>
            </a:p>
          </p:txBody>
        </p:sp>
      </p:grpSp>
      <p:grpSp>
        <p:nvGrpSpPr>
          <p:cNvPr id="2" name="组合 1"/>
          <p:cNvGrpSpPr/>
          <p:nvPr>
            <p:custDataLst>
              <p:tags r:id="rId13"/>
            </p:custDataLst>
          </p:nvPr>
        </p:nvGrpSpPr>
        <p:grpSpPr>
          <a:xfrm>
            <a:off x="6325461" y="1651992"/>
            <a:ext cx="2160749" cy="2632989"/>
            <a:chOff x="6651249" y="2602168"/>
            <a:chExt cx="2065806" cy="2517295"/>
          </a:xfrm>
        </p:grpSpPr>
        <p:sp>
          <p:nvSpPr>
            <p:cNvPr id="24" name="Freeform 171"/>
            <p:cNvSpPr/>
            <p:nvPr>
              <p:custDataLst>
                <p:tags r:id="rId14"/>
              </p:custDataLst>
            </p:nvPr>
          </p:nvSpPr>
          <p:spPr bwMode="auto">
            <a:xfrm>
              <a:off x="6967479" y="2616369"/>
              <a:ext cx="1295850" cy="1321884"/>
            </a:xfrm>
            <a:custGeom>
              <a:avLst/>
              <a:gdLst>
                <a:gd name="T0" fmla="*/ 461 w 461"/>
                <a:gd name="T1" fmla="*/ 233 h 470"/>
                <a:gd name="T2" fmla="*/ 231 w 461"/>
                <a:gd name="T3" fmla="*/ 465 h 470"/>
                <a:gd name="T4" fmla="*/ 0 w 461"/>
                <a:gd name="T5" fmla="*/ 256 h 470"/>
                <a:gd name="T6" fmla="*/ 231 w 461"/>
                <a:gd name="T7" fmla="*/ 4 h 470"/>
                <a:gd name="T8" fmla="*/ 461 w 461"/>
                <a:gd name="T9" fmla="*/ 233 h 470"/>
              </a:gdLst>
              <a:ahLst/>
              <a:cxnLst>
                <a:cxn ang="0">
                  <a:pos x="T0" y="T1"/>
                </a:cxn>
                <a:cxn ang="0">
                  <a:pos x="T2" y="T3"/>
                </a:cxn>
                <a:cxn ang="0">
                  <a:pos x="T4" y="T5"/>
                </a:cxn>
                <a:cxn ang="0">
                  <a:pos x="T6" y="T7"/>
                </a:cxn>
                <a:cxn ang="0">
                  <a:pos x="T8" y="T9"/>
                </a:cxn>
              </a:cxnLst>
              <a:rect l="0" t="0" r="r" b="b"/>
              <a:pathLst>
                <a:path w="461" h="470">
                  <a:moveTo>
                    <a:pt x="461" y="233"/>
                  </a:moveTo>
                  <a:cubicBezTo>
                    <a:pt x="461" y="360"/>
                    <a:pt x="358" y="461"/>
                    <a:pt x="231" y="465"/>
                  </a:cubicBezTo>
                  <a:cubicBezTo>
                    <a:pt x="103" y="470"/>
                    <a:pt x="0" y="383"/>
                    <a:pt x="0" y="256"/>
                  </a:cubicBezTo>
                  <a:cubicBezTo>
                    <a:pt x="0" y="129"/>
                    <a:pt x="103" y="8"/>
                    <a:pt x="231" y="4"/>
                  </a:cubicBezTo>
                  <a:cubicBezTo>
                    <a:pt x="358" y="0"/>
                    <a:pt x="461" y="105"/>
                    <a:pt x="461" y="233"/>
                  </a:cubicBezTo>
                </a:path>
              </a:pathLst>
            </a:custGeom>
            <a:solidFill>
              <a:srgbClr val="628EE3"/>
            </a:solidFill>
            <a:ln w="53975">
              <a:noFill/>
            </a:ln>
            <a:effectLst/>
          </p:spPr>
          <p:txBody>
            <a:bodyPr vert="horz" wrap="square" lIns="0" tIns="0" rIns="0" bIns="0" numCol="1" anchor="ctr" anchorCtr="0" compatLnSpc="1">
              <a:normAutofit/>
            </a:bodyPr>
            <a:lstStyle/>
            <a:p>
              <a:pPr algn="ctr"/>
              <a:r>
                <a:rPr lang="en-US" altLang="zh-CN" sz="2800" smtClean="0">
                  <a:solidFill>
                    <a:sysClr val="window" lastClr="FFFFFF"/>
                  </a:solidFill>
                  <a:latin typeface="Calibri Light" panose="020F0302020204030204" charset="0"/>
                  <a:ea typeface="+mn-ea"/>
                  <a:cs typeface="+mn-ea"/>
                </a:rPr>
                <a:t>GRA</a:t>
              </a:r>
              <a:endParaRPr lang="en-US" altLang="zh-CN" sz="2800" smtClean="0">
                <a:solidFill>
                  <a:sysClr val="window" lastClr="FFFFFF"/>
                </a:solidFill>
                <a:latin typeface="Calibri Light" panose="020F0302020204030204" charset="0"/>
                <a:ea typeface="+mn-ea"/>
                <a:cs typeface="+mn-ea"/>
              </a:endParaRPr>
            </a:p>
          </p:txBody>
        </p:sp>
        <p:sp>
          <p:nvSpPr>
            <p:cNvPr id="25" name="Freeform 283"/>
            <p:cNvSpPr>
              <a:spLocks noEditPoints="1"/>
            </p:cNvSpPr>
            <p:nvPr>
              <p:custDataLst>
                <p:tags r:id="rId15"/>
              </p:custDataLst>
            </p:nvPr>
          </p:nvSpPr>
          <p:spPr bwMode="auto">
            <a:xfrm>
              <a:off x="6936710" y="2602168"/>
              <a:ext cx="1338453" cy="1364487"/>
            </a:xfrm>
            <a:custGeom>
              <a:avLst/>
              <a:gdLst>
                <a:gd name="T0" fmla="*/ 238 w 476"/>
                <a:gd name="T1" fmla="*/ 4 h 485"/>
                <a:gd name="T2" fmla="*/ 0 w 476"/>
                <a:gd name="T3" fmla="*/ 264 h 485"/>
                <a:gd name="T4" fmla="*/ 238 w 476"/>
                <a:gd name="T5" fmla="*/ 480 h 485"/>
                <a:gd name="T6" fmla="*/ 476 w 476"/>
                <a:gd name="T7" fmla="*/ 241 h 485"/>
                <a:gd name="T8" fmla="*/ 238 w 476"/>
                <a:gd name="T9" fmla="*/ 4 h 485"/>
                <a:gd name="T10" fmla="*/ 246 w 476"/>
                <a:gd name="T11" fmla="*/ 439 h 485"/>
                <a:gd name="T12" fmla="*/ 46 w 476"/>
                <a:gd name="T13" fmla="*/ 253 h 485"/>
                <a:gd name="T14" fmla="*/ 246 w 476"/>
                <a:gd name="T15" fmla="*/ 39 h 485"/>
                <a:gd name="T16" fmla="*/ 446 w 476"/>
                <a:gd name="T17" fmla="*/ 237 h 485"/>
                <a:gd name="T18" fmla="*/ 246 w 476"/>
                <a:gd name="T19" fmla="*/ 439 h 4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76" h="485">
                  <a:moveTo>
                    <a:pt x="238" y="4"/>
                  </a:moveTo>
                  <a:cubicBezTo>
                    <a:pt x="107" y="9"/>
                    <a:pt x="0" y="133"/>
                    <a:pt x="0" y="264"/>
                  </a:cubicBezTo>
                  <a:cubicBezTo>
                    <a:pt x="0" y="396"/>
                    <a:pt x="107" y="485"/>
                    <a:pt x="238" y="480"/>
                  </a:cubicBezTo>
                  <a:cubicBezTo>
                    <a:pt x="370" y="476"/>
                    <a:pt x="476" y="372"/>
                    <a:pt x="476" y="241"/>
                  </a:cubicBezTo>
                  <a:cubicBezTo>
                    <a:pt x="476" y="109"/>
                    <a:pt x="370" y="0"/>
                    <a:pt x="238" y="4"/>
                  </a:cubicBezTo>
                  <a:close/>
                  <a:moveTo>
                    <a:pt x="246" y="439"/>
                  </a:moveTo>
                  <a:cubicBezTo>
                    <a:pt x="136" y="443"/>
                    <a:pt x="46" y="364"/>
                    <a:pt x="46" y="253"/>
                  </a:cubicBezTo>
                  <a:cubicBezTo>
                    <a:pt x="46" y="143"/>
                    <a:pt x="136" y="43"/>
                    <a:pt x="246" y="39"/>
                  </a:cubicBezTo>
                  <a:cubicBezTo>
                    <a:pt x="356" y="36"/>
                    <a:pt x="446" y="127"/>
                    <a:pt x="446" y="237"/>
                  </a:cubicBezTo>
                  <a:cubicBezTo>
                    <a:pt x="446" y="348"/>
                    <a:pt x="356" y="436"/>
                    <a:pt x="246" y="439"/>
                  </a:cubicBezTo>
                  <a:close/>
                </a:path>
              </a:pathLst>
            </a:custGeom>
            <a:solidFill>
              <a:sysClr val="window" lastClr="FFFFFF"/>
            </a:solidFill>
            <a:ln>
              <a:noFill/>
            </a:ln>
            <a:effectLst>
              <a:outerShdw blurRad="63500" sx="102000" sy="102000" algn="ctr" rotWithShape="0">
                <a:srgbClr val="92D050">
                  <a:lumMod val="75000"/>
                  <a:alpha val="40000"/>
                </a:srgbClr>
              </a:outerShdw>
            </a:effectLst>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normAutofit/>
            </a:bodyPr>
            <a:lstStyle/>
            <a:p>
              <a:endParaRPr lang="zh-CN" altLang="en-US" sz="1350"/>
            </a:p>
          </p:txBody>
        </p:sp>
        <p:sp>
          <p:nvSpPr>
            <p:cNvPr id="26" name="矩形 25"/>
            <p:cNvSpPr/>
            <p:nvPr>
              <p:custDataLst>
                <p:tags r:id="rId16"/>
              </p:custDataLst>
            </p:nvPr>
          </p:nvSpPr>
          <p:spPr>
            <a:xfrm>
              <a:off x="6651249" y="4240585"/>
              <a:ext cx="2065806" cy="878878"/>
            </a:xfrm>
            <a:prstGeom prst="rect">
              <a:avLst/>
            </a:prstGeom>
          </p:spPr>
          <p:txBody>
            <a:bodyPr wrap="square" lIns="0" tIns="0" rIns="0" bIns="0" anchor="t" anchorCtr="0">
              <a:normAutofit/>
            </a:bodyPr>
            <a:lstStyle/>
            <a:p>
              <a:pPr algn="ctr">
                <a:buClrTx/>
                <a:buSzTx/>
                <a:buFontTx/>
              </a:pPr>
              <a:r>
                <a:rPr lang="en-US" altLang="zh-CN" sz="1600" b="1" smtClean="0">
                  <a:solidFill>
                    <a:sysClr val="windowText" lastClr="000000">
                      <a:lumMod val="75000"/>
                      <a:lumOff val="25000"/>
                    </a:sysClr>
                  </a:solidFill>
                </a:rPr>
                <a:t>Grammatical range and accuracy</a:t>
              </a:r>
              <a:endParaRPr lang="en-US" altLang="zh-CN" sz="1600" b="1" smtClean="0">
                <a:solidFill>
                  <a:sysClr val="windowText" lastClr="000000">
                    <a:lumMod val="75000"/>
                    <a:lumOff val="25000"/>
                  </a:sysClr>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ox(in)">
                                      <p:cBhvr>
                                        <p:cTn id="7" dur="20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ox(in)">
                                      <p:cBhvr>
                                        <p:cTn id="12" dur="20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ox(in)">
                                      <p:cBhvr>
                                        <p:cTn id="17" dur="20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box(in)">
                                      <p:cBhvr>
                                        <p:cTn id="22"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标题 1"/>
          <p:cNvSpPr>
            <a:spLocks noGrp="1"/>
          </p:cNvSpPr>
          <p:nvPr>
            <p:ph type="title"/>
          </p:nvPr>
        </p:nvSpPr>
        <p:spPr>
          <a:xfrm>
            <a:off x="466725" y="698500"/>
            <a:ext cx="8499475" cy="500063"/>
          </a:xfrm>
        </p:spPr>
        <p:txBody>
          <a:bodyPr/>
          <a:lstStyle/>
          <a:p>
            <a:r>
              <a:rPr lang="en-US" altLang="zh-CN" dirty="0" smtClean="0">
                <a:solidFill>
                  <a:schemeClr val="tx1"/>
                </a:solidFill>
                <a:latin typeface="华文细黑" panose="02010600040101010101" charset="-122"/>
                <a:ea typeface="华文细黑" panose="02010600040101010101" charset="-122"/>
                <a:cs typeface="华文细黑" panose="02010600040101010101" charset="-122"/>
                <a:sym typeface="Comic Sans MS" panose="030F0702030302020204" pitchFamily="66" charset="0"/>
              </a:rPr>
              <a:t>Grammatical</a:t>
            </a:r>
            <a:r>
              <a:rPr lang="zh-CN" altLang="en-US" dirty="0" smtClean="0">
                <a:solidFill>
                  <a:schemeClr val="tx1"/>
                </a:solidFill>
                <a:latin typeface="华文细黑" panose="02010600040101010101" charset="-122"/>
                <a:ea typeface="华文细黑" panose="02010600040101010101" charset="-122"/>
                <a:cs typeface="华文细黑" panose="02010600040101010101" charset="-122"/>
                <a:sym typeface="Comic Sans MS" panose="030F0702030302020204" pitchFamily="66" charset="0"/>
              </a:rPr>
              <a:t> </a:t>
            </a:r>
            <a:r>
              <a:rPr lang="en-US" altLang="zh-CN" dirty="0" smtClean="0">
                <a:solidFill>
                  <a:schemeClr val="tx1"/>
                </a:solidFill>
                <a:latin typeface="华文细黑" panose="02010600040101010101" charset="-122"/>
                <a:ea typeface="华文细黑" panose="02010600040101010101" charset="-122"/>
                <a:cs typeface="华文细黑" panose="02010600040101010101" charset="-122"/>
                <a:sym typeface="Comic Sans MS" panose="030F0702030302020204" pitchFamily="66" charset="0"/>
              </a:rPr>
              <a:t>Range</a:t>
            </a:r>
            <a:r>
              <a:rPr lang="zh-CN" altLang="en-US" dirty="0" smtClean="0">
                <a:solidFill>
                  <a:schemeClr val="tx1"/>
                </a:solidFill>
                <a:latin typeface="华文细黑" panose="02010600040101010101" charset="-122"/>
                <a:ea typeface="华文细黑" panose="02010600040101010101" charset="-122"/>
                <a:cs typeface="华文细黑" panose="02010600040101010101" charset="-122"/>
                <a:sym typeface="Comic Sans MS" panose="030F0702030302020204" pitchFamily="66" charset="0"/>
              </a:rPr>
              <a:t> </a:t>
            </a:r>
            <a:r>
              <a:rPr lang="en-US" altLang="zh-CN" dirty="0" smtClean="0">
                <a:solidFill>
                  <a:schemeClr val="tx1"/>
                </a:solidFill>
                <a:latin typeface="华文细黑" panose="02010600040101010101" charset="-122"/>
                <a:ea typeface="华文细黑" panose="02010600040101010101" charset="-122"/>
                <a:cs typeface="华文细黑" panose="02010600040101010101" charset="-122"/>
                <a:sym typeface="Comic Sans MS" panose="030F0702030302020204" pitchFamily="66" charset="0"/>
              </a:rPr>
              <a:t>and</a:t>
            </a:r>
            <a:r>
              <a:rPr lang="zh-CN" altLang="en-US" dirty="0" smtClean="0">
                <a:solidFill>
                  <a:schemeClr val="tx1"/>
                </a:solidFill>
                <a:latin typeface="华文细黑" panose="02010600040101010101" charset="-122"/>
                <a:ea typeface="华文细黑" panose="02010600040101010101" charset="-122"/>
                <a:cs typeface="华文细黑" panose="02010600040101010101" charset="-122"/>
                <a:sym typeface="Comic Sans MS" panose="030F0702030302020204" pitchFamily="66" charset="0"/>
              </a:rPr>
              <a:t> </a:t>
            </a:r>
            <a:r>
              <a:rPr lang="en-US" altLang="zh-CN" dirty="0" smtClean="0">
                <a:solidFill>
                  <a:schemeClr val="tx1"/>
                </a:solidFill>
                <a:latin typeface="华文细黑" panose="02010600040101010101" charset="-122"/>
                <a:ea typeface="华文细黑" panose="02010600040101010101" charset="-122"/>
                <a:cs typeface="华文细黑" panose="02010600040101010101" charset="-122"/>
                <a:sym typeface="Comic Sans MS" panose="030F0702030302020204" pitchFamily="66" charset="0"/>
              </a:rPr>
              <a:t>Accuracy</a:t>
            </a:r>
            <a:r>
              <a:rPr lang="zh-CN" altLang="en-US" dirty="0" smtClean="0">
                <a:solidFill>
                  <a:schemeClr val="tx1"/>
                </a:solidFill>
                <a:latin typeface="华文细黑" panose="02010600040101010101" charset="-122"/>
                <a:ea typeface="华文细黑" panose="02010600040101010101" charset="-122"/>
                <a:cs typeface="华文细黑" panose="02010600040101010101" charset="-122"/>
                <a:sym typeface="Comic Sans MS" panose="030F0702030302020204" pitchFamily="66" charset="0"/>
              </a:rPr>
              <a:t>（</a:t>
            </a:r>
            <a:r>
              <a:rPr lang="en-US" altLang="zh-CN" dirty="0" smtClean="0">
                <a:solidFill>
                  <a:schemeClr val="tx1"/>
                </a:solidFill>
                <a:latin typeface="华文细黑" panose="02010600040101010101" charset="-122"/>
                <a:ea typeface="华文细黑" panose="02010600040101010101" charset="-122"/>
                <a:cs typeface="华文细黑" panose="02010600040101010101" charset="-122"/>
                <a:sym typeface="Comic Sans MS" panose="030F0702030302020204" pitchFamily="66" charset="0"/>
              </a:rPr>
              <a:t>7</a:t>
            </a:r>
            <a:r>
              <a:rPr lang="zh-CN" altLang="en-US" dirty="0" smtClean="0">
                <a:solidFill>
                  <a:schemeClr val="tx1"/>
                </a:solidFill>
                <a:latin typeface="华文细黑" panose="02010600040101010101" charset="-122"/>
                <a:ea typeface="华文细黑" panose="02010600040101010101" charset="-122"/>
                <a:cs typeface="华文细黑" panose="02010600040101010101" charset="-122"/>
                <a:sym typeface="Comic Sans MS" panose="030F0702030302020204" pitchFamily="66" charset="0"/>
              </a:rPr>
              <a:t>分）</a:t>
            </a:r>
            <a:endParaRPr lang="zh-CN" altLang="en-US" dirty="0" smtClean="0"/>
          </a:p>
        </p:txBody>
      </p:sp>
      <p:sp>
        <p:nvSpPr>
          <p:cNvPr id="28674" name="内容占位符 2"/>
          <p:cNvSpPr>
            <a:spLocks noGrp="1"/>
          </p:cNvSpPr>
          <p:nvPr>
            <p:ph idx="1"/>
          </p:nvPr>
        </p:nvSpPr>
        <p:spPr>
          <a:xfrm>
            <a:off x="457200" y="1428750"/>
            <a:ext cx="8229600" cy="3303588"/>
          </a:xfrm>
        </p:spPr>
        <p:txBody>
          <a:bodyPr/>
          <a:lstStyle/>
          <a:p>
            <a:pPr>
              <a:buFont typeface="Wingdings" panose="05000000000000000000" pitchFamily="2" charset="2"/>
              <a:buChar char="Ø"/>
            </a:pPr>
            <a:r>
              <a:rPr lang="en-US" altLang="zh-CN" sz="2000" b="1" dirty="0" smtClean="0">
                <a:solidFill>
                  <a:srgbClr val="FF0000"/>
                </a:solidFill>
                <a:latin typeface="华文细黑" panose="02010600040101010101" charset="-122"/>
                <a:ea typeface="华文细黑" panose="02010600040101010101" charset="-122"/>
                <a:cs typeface="华文细黑" panose="02010600040101010101" charset="-122"/>
                <a:sym typeface="Comic Sans MS" panose="030F0702030302020204" pitchFamily="66" charset="0"/>
              </a:rPr>
              <a:t>Use a variety of complex structures</a:t>
            </a:r>
            <a:endParaRPr lang="en-US" altLang="zh-CN" sz="2000" b="1" dirty="0" smtClean="0">
              <a:solidFill>
                <a:srgbClr val="FF0000"/>
              </a:solidFill>
              <a:latin typeface="华文细黑" panose="02010600040101010101" charset="-122"/>
              <a:ea typeface="华文细黑" panose="02010600040101010101" charset="-122"/>
              <a:cs typeface="华文细黑" panose="02010600040101010101" charset="-122"/>
              <a:sym typeface="Comic Sans MS" panose="030F0702030302020204" pitchFamily="66" charset="0"/>
            </a:endParaRPr>
          </a:p>
          <a:p>
            <a:pPr>
              <a:buFont typeface="Wingdings" panose="05000000000000000000" pitchFamily="2" charset="2"/>
              <a:buChar char="Ø"/>
            </a:pPr>
            <a:r>
              <a:rPr lang="en-US" altLang="zh-CN" sz="2000" b="1" dirty="0" smtClean="0">
                <a:solidFill>
                  <a:schemeClr val="tx1"/>
                </a:solidFill>
                <a:latin typeface="华文细黑" panose="02010600040101010101" charset="-122"/>
                <a:ea typeface="华文细黑" panose="02010600040101010101" charset="-122"/>
                <a:cs typeface="华文细黑" panose="02010600040101010101" charset="-122"/>
                <a:sym typeface="Comic Sans MS" panose="030F0702030302020204" pitchFamily="66" charset="0"/>
              </a:rPr>
              <a:t>Produces frequent error-free sentences</a:t>
            </a:r>
            <a:endParaRPr lang="en-US" altLang="zh-CN" sz="2000" b="1" dirty="0" smtClean="0">
              <a:solidFill>
                <a:srgbClr val="FF0000"/>
              </a:solidFill>
              <a:latin typeface="华文细黑" panose="02010600040101010101" charset="-122"/>
              <a:ea typeface="华文细黑" panose="02010600040101010101" charset="-122"/>
              <a:cs typeface="华文细黑" panose="02010600040101010101" charset="-122"/>
              <a:sym typeface="Comic Sans MS" panose="030F0702030302020204" pitchFamily="66" charset="0"/>
            </a:endParaRPr>
          </a:p>
          <a:p>
            <a:pPr>
              <a:buFont typeface="Wingdings" panose="05000000000000000000" pitchFamily="2" charset="2"/>
              <a:buChar char="Ø"/>
            </a:pPr>
            <a:r>
              <a:rPr lang="en-US" altLang="zh-CN" sz="2000" b="1" dirty="0" smtClean="0">
                <a:solidFill>
                  <a:schemeClr val="tx1"/>
                </a:solidFill>
                <a:latin typeface="华文细黑" panose="02010600040101010101" charset="-122"/>
                <a:ea typeface="华文细黑" panose="02010600040101010101" charset="-122"/>
                <a:cs typeface="华文细黑" panose="02010600040101010101" charset="-122"/>
                <a:sym typeface="Comic Sans MS" panose="030F0702030302020204" pitchFamily="66" charset="0"/>
              </a:rPr>
              <a:t>Has good control of grammar and punctuation</a:t>
            </a:r>
            <a:r>
              <a:rPr lang="en-US" altLang="zh-CN" sz="2000" b="1" dirty="0" smtClean="0">
                <a:solidFill>
                  <a:srgbClr val="FF0000"/>
                </a:solidFill>
                <a:latin typeface="华文细黑" panose="02010600040101010101" charset="-122"/>
                <a:ea typeface="华文细黑" panose="02010600040101010101" charset="-122"/>
                <a:cs typeface="华文细黑" panose="02010600040101010101" charset="-122"/>
                <a:sym typeface="Comic Sans MS" panose="030F0702030302020204" pitchFamily="66" charset="0"/>
              </a:rPr>
              <a:t> </a:t>
            </a:r>
            <a:r>
              <a:rPr lang="en-US" altLang="zh-CN" sz="2000" b="1" dirty="0" smtClean="0">
                <a:solidFill>
                  <a:schemeClr val="tx1"/>
                </a:solidFill>
                <a:latin typeface="华文细黑" panose="02010600040101010101" charset="-122"/>
                <a:ea typeface="华文细黑" panose="02010600040101010101" charset="-122"/>
                <a:cs typeface="华文细黑" panose="02010600040101010101" charset="-122"/>
                <a:sym typeface="Comic Sans MS" panose="030F0702030302020204" pitchFamily="66" charset="0"/>
              </a:rPr>
              <a:t>but </a:t>
            </a:r>
            <a:r>
              <a:rPr lang="en-US" altLang="zh-CN" sz="2000" b="1" dirty="0" smtClean="0">
                <a:solidFill>
                  <a:srgbClr val="FF0000"/>
                </a:solidFill>
                <a:latin typeface="华文细黑" panose="02010600040101010101" charset="-122"/>
                <a:ea typeface="华文细黑" panose="02010600040101010101" charset="-122"/>
                <a:cs typeface="华文细黑" panose="02010600040101010101" charset="-122"/>
                <a:sym typeface="Comic Sans MS" panose="030F0702030302020204" pitchFamily="66" charset="0"/>
              </a:rPr>
              <a:t>make a few errors</a:t>
            </a:r>
            <a:endParaRPr lang="en-US" altLang="zh-CN" sz="2000" b="1" dirty="0" smtClean="0">
              <a:solidFill>
                <a:srgbClr val="FF0000"/>
              </a:solidFill>
              <a:latin typeface="华文细黑" panose="02010600040101010101" charset="-122"/>
              <a:ea typeface="华文细黑" panose="02010600040101010101" charset="-122"/>
              <a:cs typeface="华文细黑" panose="02010600040101010101" charset="-122"/>
              <a:sym typeface="Comic Sans MS" panose="030F0702030302020204" pitchFamily="66"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99745" y="714375"/>
            <a:ext cx="8025130" cy="500380"/>
          </a:xfrm>
        </p:spPr>
        <p:txBody>
          <a:bodyPr/>
          <a:lstStyle/>
          <a:p>
            <a:r>
              <a:rPr lang="en-US" altLang="zh-CN" dirty="0" smtClean="0">
                <a:solidFill>
                  <a:schemeClr val="tx1"/>
                </a:solidFill>
                <a:latin typeface="华文细黑" panose="02010600040101010101" charset="-122"/>
                <a:ea typeface="华文细黑" panose="02010600040101010101" charset="-122"/>
                <a:cs typeface="华文细黑" panose="02010600040101010101" charset="-122"/>
                <a:sym typeface="Comic Sans MS" panose="030F0702030302020204" pitchFamily="66" charset="0"/>
              </a:rPr>
              <a:t>Grammatical</a:t>
            </a:r>
            <a:r>
              <a:rPr lang="zh-CN" altLang="en-US" dirty="0" smtClean="0">
                <a:solidFill>
                  <a:schemeClr val="tx1"/>
                </a:solidFill>
                <a:latin typeface="华文细黑" panose="02010600040101010101" charset="-122"/>
                <a:ea typeface="华文细黑" panose="02010600040101010101" charset="-122"/>
                <a:cs typeface="华文细黑" panose="02010600040101010101" charset="-122"/>
                <a:sym typeface="Comic Sans MS" panose="030F0702030302020204" pitchFamily="66" charset="0"/>
              </a:rPr>
              <a:t> </a:t>
            </a:r>
            <a:r>
              <a:rPr lang="en-US" altLang="zh-CN" dirty="0" smtClean="0">
                <a:solidFill>
                  <a:schemeClr val="tx1"/>
                </a:solidFill>
                <a:latin typeface="华文细黑" panose="02010600040101010101" charset="-122"/>
                <a:ea typeface="华文细黑" panose="02010600040101010101" charset="-122"/>
                <a:cs typeface="华文细黑" panose="02010600040101010101" charset="-122"/>
                <a:sym typeface="Comic Sans MS" panose="030F0702030302020204" pitchFamily="66" charset="0"/>
              </a:rPr>
              <a:t>Range</a:t>
            </a:r>
            <a:r>
              <a:rPr lang="zh-CN" altLang="en-US" dirty="0" smtClean="0">
                <a:solidFill>
                  <a:schemeClr val="tx1"/>
                </a:solidFill>
                <a:latin typeface="华文细黑" panose="02010600040101010101" charset="-122"/>
                <a:ea typeface="华文细黑" panose="02010600040101010101" charset="-122"/>
                <a:cs typeface="华文细黑" panose="02010600040101010101" charset="-122"/>
                <a:sym typeface="Comic Sans MS" panose="030F0702030302020204" pitchFamily="66" charset="0"/>
              </a:rPr>
              <a:t> </a:t>
            </a:r>
            <a:r>
              <a:rPr lang="en-US" altLang="zh-CN" dirty="0" smtClean="0">
                <a:solidFill>
                  <a:schemeClr val="tx1"/>
                </a:solidFill>
                <a:latin typeface="华文细黑" panose="02010600040101010101" charset="-122"/>
                <a:ea typeface="华文细黑" panose="02010600040101010101" charset="-122"/>
                <a:cs typeface="华文细黑" panose="02010600040101010101" charset="-122"/>
                <a:sym typeface="Comic Sans MS" panose="030F0702030302020204" pitchFamily="66" charset="0"/>
              </a:rPr>
              <a:t>and</a:t>
            </a:r>
            <a:r>
              <a:rPr lang="zh-CN" altLang="en-US" dirty="0" smtClean="0">
                <a:solidFill>
                  <a:schemeClr val="tx1"/>
                </a:solidFill>
                <a:latin typeface="华文细黑" panose="02010600040101010101" charset="-122"/>
                <a:ea typeface="华文细黑" panose="02010600040101010101" charset="-122"/>
                <a:cs typeface="华文细黑" panose="02010600040101010101" charset="-122"/>
                <a:sym typeface="Comic Sans MS" panose="030F0702030302020204" pitchFamily="66" charset="0"/>
              </a:rPr>
              <a:t> </a:t>
            </a:r>
            <a:r>
              <a:rPr lang="en-US" altLang="zh-CN" dirty="0" smtClean="0">
                <a:solidFill>
                  <a:schemeClr val="tx1"/>
                </a:solidFill>
                <a:latin typeface="华文细黑" panose="02010600040101010101" charset="-122"/>
                <a:ea typeface="华文细黑" panose="02010600040101010101" charset="-122"/>
                <a:cs typeface="华文细黑" panose="02010600040101010101" charset="-122"/>
                <a:sym typeface="Comic Sans MS" panose="030F0702030302020204" pitchFamily="66" charset="0"/>
              </a:rPr>
              <a:t>Accuracy</a:t>
            </a:r>
            <a:r>
              <a:rPr lang="zh-CN" altLang="en-US" dirty="0" smtClean="0">
                <a:solidFill>
                  <a:schemeClr val="tx1"/>
                </a:solidFill>
                <a:latin typeface="华文细黑" panose="02010600040101010101" charset="-122"/>
                <a:ea typeface="华文细黑" panose="02010600040101010101" charset="-122"/>
                <a:cs typeface="华文细黑" panose="02010600040101010101" charset="-122"/>
                <a:sym typeface="Comic Sans MS" panose="030F0702030302020204" pitchFamily="66" charset="0"/>
              </a:rPr>
              <a:t>（</a:t>
            </a:r>
            <a:r>
              <a:rPr lang="en-US" altLang="zh-CN">
                <a:solidFill>
                  <a:schemeClr val="tx1"/>
                </a:solidFill>
                <a:sym typeface="+mn-ea"/>
              </a:rPr>
              <a:t>6</a:t>
            </a:r>
            <a:r>
              <a:rPr lang="zh-CN" altLang="en-US">
                <a:solidFill>
                  <a:schemeClr val="tx1"/>
                </a:solidFill>
                <a:sym typeface="+mn-ea"/>
              </a:rPr>
              <a:t>分</a:t>
            </a:r>
            <a:r>
              <a:rPr lang="zh-CN" altLang="en-US" dirty="0" smtClean="0">
                <a:solidFill>
                  <a:schemeClr val="tx1"/>
                </a:solidFill>
                <a:latin typeface="华文细黑" panose="02010600040101010101" charset="-122"/>
                <a:ea typeface="华文细黑" panose="02010600040101010101" charset="-122"/>
                <a:cs typeface="华文细黑" panose="02010600040101010101" charset="-122"/>
                <a:sym typeface="Comic Sans MS" panose="030F0702030302020204" pitchFamily="66" charset="0"/>
              </a:rPr>
              <a:t>）</a:t>
            </a:r>
            <a:endParaRPr lang="zh-CN" altLang="en-US">
              <a:solidFill>
                <a:schemeClr val="tx1"/>
              </a:solidFill>
            </a:endParaRPr>
          </a:p>
        </p:txBody>
      </p:sp>
      <p:sp>
        <p:nvSpPr>
          <p:cNvPr id="3" name="内容占位符 2"/>
          <p:cNvSpPr>
            <a:spLocks noGrp="1"/>
          </p:cNvSpPr>
          <p:nvPr>
            <p:ph idx="1"/>
          </p:nvPr>
        </p:nvSpPr>
        <p:spPr/>
        <p:txBody>
          <a:bodyPr/>
          <a:lstStyle/>
          <a:p>
            <a:pPr>
              <a:lnSpc>
                <a:spcPct val="150000"/>
              </a:lnSpc>
            </a:pPr>
            <a:r>
              <a:rPr lang="en-US" altLang="zh-CN" sz="2000" b="1" smtClean="0">
                <a:solidFill>
                  <a:srgbClr val="C00000"/>
                </a:solidFill>
                <a:latin typeface="华文细黑" panose="02010600040101010101" charset="-122"/>
                <a:ea typeface="华文细黑" panose="02010600040101010101" charset="-122"/>
                <a:cs typeface="华文细黑" panose="02010600040101010101" charset="-122"/>
              </a:rPr>
              <a:t>uses a mix of simple and complex sentence forms</a:t>
            </a:r>
            <a:endParaRPr lang="en-US" altLang="zh-CN" sz="2000" b="1" smtClean="0">
              <a:solidFill>
                <a:schemeClr val="tx1"/>
              </a:solidFill>
              <a:latin typeface="华文细黑" panose="02010600040101010101" charset="-122"/>
              <a:ea typeface="华文细黑" panose="02010600040101010101" charset="-122"/>
              <a:cs typeface="华文细黑" panose="02010600040101010101" charset="-122"/>
            </a:endParaRPr>
          </a:p>
          <a:p>
            <a:pPr>
              <a:lnSpc>
                <a:spcPct val="150000"/>
              </a:lnSpc>
            </a:pPr>
            <a:r>
              <a:rPr lang="en-US" altLang="zh-CN" sz="2000" b="1" smtClean="0">
                <a:solidFill>
                  <a:schemeClr val="tx1"/>
                </a:solidFill>
                <a:latin typeface="华文细黑" panose="02010600040101010101" charset="-122"/>
                <a:ea typeface="华文细黑" panose="02010600040101010101" charset="-122"/>
                <a:cs typeface="华文细黑" panose="02010600040101010101" charset="-122"/>
              </a:rPr>
              <a:t>makes s</a:t>
            </a:r>
            <a:r>
              <a:rPr lang="en-US" altLang="zh-CN" sz="2000" b="1" smtClean="0">
                <a:solidFill>
                  <a:srgbClr val="C00000"/>
                </a:solidFill>
                <a:latin typeface="华文细黑" panose="02010600040101010101" charset="-122"/>
                <a:ea typeface="华文细黑" panose="02010600040101010101" charset="-122"/>
                <a:cs typeface="华文细黑" panose="02010600040101010101" charset="-122"/>
              </a:rPr>
              <a:t>ome errors in grammar</a:t>
            </a:r>
            <a:r>
              <a:rPr lang="en-US" altLang="zh-CN" sz="2000" b="1" smtClean="0">
                <a:solidFill>
                  <a:schemeClr val="tx1"/>
                </a:solidFill>
                <a:latin typeface="华文细黑" panose="02010600040101010101" charset="-122"/>
                <a:ea typeface="华文细黑" panose="02010600040101010101" charset="-122"/>
                <a:cs typeface="华文细黑" panose="02010600040101010101" charset="-122"/>
              </a:rPr>
              <a:t> and punctuation but </a:t>
            </a:r>
            <a:r>
              <a:rPr lang="en-US" altLang="zh-CN" sz="2000" b="1" smtClean="0">
                <a:solidFill>
                  <a:srgbClr val="C00000"/>
                </a:solidFill>
                <a:latin typeface="华文细黑" panose="02010600040101010101" charset="-122"/>
                <a:ea typeface="华文细黑" panose="02010600040101010101" charset="-122"/>
                <a:cs typeface="华文细黑" panose="02010600040101010101" charset="-122"/>
              </a:rPr>
              <a:t>they rarely reduce communication  </a:t>
            </a:r>
            <a:endParaRPr lang="en-US" altLang="zh-CN" sz="2000" b="1" smtClean="0">
              <a:solidFill>
                <a:srgbClr val="C00000"/>
              </a:solidFill>
              <a:latin typeface="华文细黑" panose="02010600040101010101" charset="-122"/>
              <a:ea typeface="华文细黑" panose="02010600040101010101" charset="-122"/>
              <a:cs typeface="华文细黑" panose="02010600040101010101" charset="-122"/>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99745" y="714375"/>
            <a:ext cx="8025130" cy="500380"/>
          </a:xfrm>
        </p:spPr>
        <p:txBody>
          <a:bodyPr/>
          <a:lstStyle/>
          <a:p>
            <a:r>
              <a:rPr lang="en-US" altLang="zh-CN" dirty="0" smtClean="0">
                <a:solidFill>
                  <a:schemeClr val="tx1"/>
                </a:solidFill>
                <a:latin typeface="华文细黑" panose="02010600040101010101" charset="-122"/>
                <a:ea typeface="华文细黑" panose="02010600040101010101" charset="-122"/>
                <a:cs typeface="华文细黑" panose="02010600040101010101" charset="-122"/>
                <a:sym typeface="Comic Sans MS" panose="030F0702030302020204" pitchFamily="66" charset="0"/>
              </a:rPr>
              <a:t>Grammatical</a:t>
            </a:r>
            <a:r>
              <a:rPr lang="zh-CN" altLang="en-US" dirty="0" smtClean="0">
                <a:solidFill>
                  <a:schemeClr val="tx1"/>
                </a:solidFill>
                <a:latin typeface="华文细黑" panose="02010600040101010101" charset="-122"/>
                <a:ea typeface="华文细黑" panose="02010600040101010101" charset="-122"/>
                <a:cs typeface="华文细黑" panose="02010600040101010101" charset="-122"/>
                <a:sym typeface="Comic Sans MS" panose="030F0702030302020204" pitchFamily="66" charset="0"/>
              </a:rPr>
              <a:t> </a:t>
            </a:r>
            <a:r>
              <a:rPr lang="en-US" altLang="zh-CN" dirty="0" smtClean="0">
                <a:solidFill>
                  <a:schemeClr val="tx1"/>
                </a:solidFill>
                <a:latin typeface="华文细黑" panose="02010600040101010101" charset="-122"/>
                <a:ea typeface="华文细黑" panose="02010600040101010101" charset="-122"/>
                <a:cs typeface="华文细黑" panose="02010600040101010101" charset="-122"/>
                <a:sym typeface="Comic Sans MS" panose="030F0702030302020204" pitchFamily="66" charset="0"/>
              </a:rPr>
              <a:t>Range</a:t>
            </a:r>
            <a:r>
              <a:rPr lang="zh-CN" altLang="en-US" dirty="0" smtClean="0">
                <a:solidFill>
                  <a:schemeClr val="tx1"/>
                </a:solidFill>
                <a:latin typeface="华文细黑" panose="02010600040101010101" charset="-122"/>
                <a:ea typeface="华文细黑" panose="02010600040101010101" charset="-122"/>
                <a:cs typeface="华文细黑" panose="02010600040101010101" charset="-122"/>
                <a:sym typeface="Comic Sans MS" panose="030F0702030302020204" pitchFamily="66" charset="0"/>
              </a:rPr>
              <a:t> </a:t>
            </a:r>
            <a:r>
              <a:rPr lang="en-US" altLang="zh-CN" dirty="0" smtClean="0">
                <a:solidFill>
                  <a:schemeClr val="tx1"/>
                </a:solidFill>
                <a:latin typeface="华文细黑" panose="02010600040101010101" charset="-122"/>
                <a:ea typeface="华文细黑" panose="02010600040101010101" charset="-122"/>
                <a:cs typeface="华文细黑" panose="02010600040101010101" charset="-122"/>
                <a:sym typeface="Comic Sans MS" panose="030F0702030302020204" pitchFamily="66" charset="0"/>
              </a:rPr>
              <a:t>and</a:t>
            </a:r>
            <a:r>
              <a:rPr lang="zh-CN" altLang="en-US" dirty="0" smtClean="0">
                <a:solidFill>
                  <a:schemeClr val="tx1"/>
                </a:solidFill>
                <a:latin typeface="华文细黑" panose="02010600040101010101" charset="-122"/>
                <a:ea typeface="华文细黑" panose="02010600040101010101" charset="-122"/>
                <a:cs typeface="华文细黑" panose="02010600040101010101" charset="-122"/>
                <a:sym typeface="Comic Sans MS" panose="030F0702030302020204" pitchFamily="66" charset="0"/>
              </a:rPr>
              <a:t> </a:t>
            </a:r>
            <a:r>
              <a:rPr lang="en-US" altLang="zh-CN" dirty="0" smtClean="0">
                <a:solidFill>
                  <a:schemeClr val="tx1"/>
                </a:solidFill>
                <a:latin typeface="华文细黑" panose="02010600040101010101" charset="-122"/>
                <a:ea typeface="华文细黑" panose="02010600040101010101" charset="-122"/>
                <a:cs typeface="华文细黑" panose="02010600040101010101" charset="-122"/>
                <a:sym typeface="Comic Sans MS" panose="030F0702030302020204" pitchFamily="66" charset="0"/>
              </a:rPr>
              <a:t>Accuracy</a:t>
            </a:r>
            <a:r>
              <a:rPr lang="zh-CN" altLang="en-US" dirty="0" smtClean="0">
                <a:solidFill>
                  <a:schemeClr val="tx1"/>
                </a:solidFill>
                <a:latin typeface="华文细黑" panose="02010600040101010101" charset="-122"/>
                <a:ea typeface="华文细黑" panose="02010600040101010101" charset="-122"/>
                <a:cs typeface="华文细黑" panose="02010600040101010101" charset="-122"/>
                <a:sym typeface="Comic Sans MS" panose="030F0702030302020204" pitchFamily="66" charset="0"/>
              </a:rPr>
              <a:t>（</a:t>
            </a:r>
            <a:r>
              <a:rPr lang="en-US" altLang="zh-CN" dirty="0" smtClean="0">
                <a:solidFill>
                  <a:schemeClr val="tx1"/>
                </a:solidFill>
                <a:latin typeface="华文细黑" panose="02010600040101010101" charset="-122"/>
                <a:ea typeface="华文细黑" panose="02010600040101010101" charset="-122"/>
                <a:cs typeface="华文细黑" panose="02010600040101010101" charset="-122"/>
                <a:sym typeface="Comic Sans MS" panose="030F0702030302020204" pitchFamily="66" charset="0"/>
              </a:rPr>
              <a:t>5</a:t>
            </a:r>
            <a:r>
              <a:rPr lang="zh-CN" altLang="en-US">
                <a:solidFill>
                  <a:schemeClr val="tx1"/>
                </a:solidFill>
                <a:sym typeface="+mn-ea"/>
              </a:rPr>
              <a:t>分</a:t>
            </a:r>
            <a:r>
              <a:rPr lang="zh-CN" altLang="en-US" dirty="0" smtClean="0">
                <a:solidFill>
                  <a:schemeClr val="tx1"/>
                </a:solidFill>
                <a:latin typeface="华文细黑" panose="02010600040101010101" charset="-122"/>
                <a:ea typeface="华文细黑" panose="02010600040101010101" charset="-122"/>
                <a:cs typeface="华文细黑" panose="02010600040101010101" charset="-122"/>
                <a:sym typeface="Comic Sans MS" panose="030F0702030302020204" pitchFamily="66" charset="0"/>
              </a:rPr>
              <a:t>）</a:t>
            </a:r>
            <a:endParaRPr lang="zh-CN" altLang="en-US">
              <a:solidFill>
                <a:schemeClr val="tx1"/>
              </a:solidFill>
            </a:endParaRPr>
          </a:p>
        </p:txBody>
      </p:sp>
      <p:sp>
        <p:nvSpPr>
          <p:cNvPr id="3" name="内容占位符 2"/>
          <p:cNvSpPr>
            <a:spLocks noGrp="1"/>
          </p:cNvSpPr>
          <p:nvPr>
            <p:ph idx="1"/>
          </p:nvPr>
        </p:nvSpPr>
        <p:spPr/>
        <p:txBody>
          <a:bodyPr/>
          <a:lstStyle/>
          <a:p>
            <a:pPr>
              <a:lnSpc>
                <a:spcPct val="150000"/>
              </a:lnSpc>
            </a:pPr>
            <a:r>
              <a:rPr lang="en-US" altLang="zh-CN" sz="2000" b="1" dirty="0" smtClean="0">
                <a:solidFill>
                  <a:srgbClr val="C00000"/>
                </a:solidFill>
                <a:latin typeface="华文细黑" panose="02010600040101010101" charset="-122"/>
                <a:ea typeface="华文细黑" panose="02010600040101010101" charset="-122"/>
                <a:cs typeface="华文细黑" panose="02010600040101010101" charset="-122"/>
              </a:rPr>
              <a:t>uses only a limited range of structures</a:t>
            </a:r>
            <a:endParaRPr lang="en-US" altLang="zh-CN" sz="2000" b="1" dirty="0" smtClean="0">
              <a:solidFill>
                <a:schemeClr val="tx1"/>
              </a:solidFill>
              <a:latin typeface="华文细黑" panose="02010600040101010101" charset="-122"/>
              <a:ea typeface="华文细黑" panose="02010600040101010101" charset="-122"/>
              <a:cs typeface="华文细黑" panose="02010600040101010101" charset="-122"/>
            </a:endParaRPr>
          </a:p>
          <a:p>
            <a:pPr>
              <a:lnSpc>
                <a:spcPct val="150000"/>
              </a:lnSpc>
            </a:pPr>
            <a:r>
              <a:rPr lang="en-US" altLang="zh-CN" sz="2000" b="1" dirty="0" smtClean="0">
                <a:solidFill>
                  <a:schemeClr val="tx1"/>
                </a:solidFill>
                <a:latin typeface="华文细黑" panose="02010600040101010101" charset="-122"/>
                <a:ea typeface="华文细黑" panose="02010600040101010101" charset="-122"/>
                <a:cs typeface="华文细黑" panose="02010600040101010101" charset="-122"/>
              </a:rPr>
              <a:t>attempts </a:t>
            </a:r>
            <a:r>
              <a:rPr lang="en-US" altLang="zh-CN" sz="2000" b="1" dirty="0" smtClean="0">
                <a:solidFill>
                  <a:srgbClr val="FF0000"/>
                </a:solidFill>
                <a:latin typeface="华文细黑" panose="02010600040101010101" charset="-122"/>
                <a:ea typeface="华文细黑" panose="02010600040101010101" charset="-122"/>
                <a:cs typeface="华文细黑" panose="02010600040101010101" charset="-122"/>
              </a:rPr>
              <a:t>complex sentences </a:t>
            </a:r>
            <a:r>
              <a:rPr lang="en-US" altLang="zh-CN" sz="2000" b="1" dirty="0" smtClean="0">
                <a:solidFill>
                  <a:schemeClr val="tx1"/>
                </a:solidFill>
                <a:latin typeface="华文细黑" panose="02010600040101010101" charset="-122"/>
                <a:ea typeface="华文细黑" panose="02010600040101010101" charset="-122"/>
                <a:cs typeface="华文细黑" panose="02010600040101010101" charset="-122"/>
              </a:rPr>
              <a:t>but this tend to be </a:t>
            </a:r>
            <a:r>
              <a:rPr lang="en-US" altLang="zh-CN" sz="2000" b="1" dirty="0" smtClean="0">
                <a:gradFill>
                  <a:gsLst>
                    <a:gs pos="0">
                      <a:srgbClr val="007BD3"/>
                    </a:gs>
                    <a:gs pos="100000">
                      <a:srgbClr val="034373"/>
                    </a:gs>
                  </a:gsLst>
                  <a:lin scaled="0"/>
                </a:gradFill>
                <a:latin typeface="华文细黑" panose="02010600040101010101" charset="-122"/>
                <a:ea typeface="华文细黑" panose="02010600040101010101" charset="-122"/>
                <a:cs typeface="华文细黑" panose="02010600040101010101" charset="-122"/>
              </a:rPr>
              <a:t>less accurate </a:t>
            </a:r>
            <a:r>
              <a:rPr lang="en-US" altLang="zh-CN" sz="2000" b="1" dirty="0" smtClean="0">
                <a:solidFill>
                  <a:schemeClr val="tx1"/>
                </a:solidFill>
                <a:latin typeface="华文细黑" panose="02010600040101010101" charset="-122"/>
                <a:ea typeface="华文细黑" panose="02010600040101010101" charset="-122"/>
                <a:cs typeface="华文细黑" panose="02010600040101010101" charset="-122"/>
              </a:rPr>
              <a:t>than simple sentences</a:t>
            </a:r>
            <a:endParaRPr lang="en-US" altLang="zh-CN" sz="2000" b="1" dirty="0" smtClean="0">
              <a:solidFill>
                <a:schemeClr val="tx1"/>
              </a:solidFill>
              <a:latin typeface="华文细黑" panose="02010600040101010101" charset="-122"/>
              <a:ea typeface="华文细黑" panose="02010600040101010101" charset="-122"/>
              <a:cs typeface="华文细黑" panose="02010600040101010101" charset="-122"/>
            </a:endParaRPr>
          </a:p>
          <a:p>
            <a:pPr>
              <a:lnSpc>
                <a:spcPct val="150000"/>
              </a:lnSpc>
            </a:pPr>
            <a:r>
              <a:rPr lang="en-US" altLang="zh-CN" sz="2000" b="1" dirty="0" smtClean="0">
                <a:solidFill>
                  <a:schemeClr val="tx1"/>
                </a:solidFill>
                <a:latin typeface="华文细黑" panose="02010600040101010101" charset="-122"/>
                <a:ea typeface="华文细黑" panose="02010600040101010101" charset="-122"/>
                <a:cs typeface="华文细黑" panose="02010600040101010101" charset="-122"/>
              </a:rPr>
              <a:t>may make </a:t>
            </a:r>
            <a:r>
              <a:rPr lang="en-US" altLang="zh-CN" sz="2000" b="1" dirty="0" smtClean="0">
                <a:solidFill>
                  <a:srgbClr val="FF0000"/>
                </a:solidFill>
                <a:latin typeface="华文细黑" panose="02010600040101010101" charset="-122"/>
                <a:ea typeface="华文细黑" panose="02010600040101010101" charset="-122"/>
                <a:cs typeface="华文细黑" panose="02010600040101010101" charset="-122"/>
              </a:rPr>
              <a:t>frequent grammatical errors</a:t>
            </a:r>
            <a:r>
              <a:rPr lang="en-US" altLang="zh-CN" sz="2000" b="1" dirty="0" smtClean="0">
                <a:solidFill>
                  <a:schemeClr val="tx1"/>
                </a:solidFill>
                <a:latin typeface="华文细黑" panose="02010600040101010101" charset="-122"/>
                <a:ea typeface="华文细黑" panose="02010600040101010101" charset="-122"/>
                <a:cs typeface="华文细黑" panose="02010600040101010101" charset="-122"/>
              </a:rPr>
              <a:t> and </a:t>
            </a:r>
            <a:r>
              <a:rPr lang="en-US" altLang="zh-CN" sz="2000" b="1" dirty="0" smtClean="0">
                <a:solidFill>
                  <a:srgbClr val="0070C0"/>
                </a:solidFill>
                <a:latin typeface="华文细黑" panose="02010600040101010101" charset="-122"/>
                <a:ea typeface="华文细黑" panose="02010600040101010101" charset="-122"/>
                <a:cs typeface="华文细黑" panose="02010600040101010101" charset="-122"/>
              </a:rPr>
              <a:t>punctuation may be faculty</a:t>
            </a:r>
            <a:r>
              <a:rPr lang="en-US" altLang="zh-CN" sz="2000" b="1" dirty="0" smtClean="0">
                <a:solidFill>
                  <a:schemeClr val="tx1"/>
                </a:solidFill>
                <a:latin typeface="华文细黑" panose="02010600040101010101" charset="-122"/>
                <a:ea typeface="华文细黑" panose="02010600040101010101" charset="-122"/>
                <a:cs typeface="华文细黑" panose="02010600040101010101" charset="-122"/>
              </a:rPr>
              <a:t>; </a:t>
            </a:r>
            <a:r>
              <a:rPr lang="en-US" altLang="zh-CN" sz="2000" b="1" dirty="0" smtClean="0">
                <a:solidFill>
                  <a:srgbClr val="00B050"/>
                </a:solidFill>
                <a:latin typeface="华文细黑" panose="02010600040101010101" charset="-122"/>
                <a:ea typeface="华文细黑" panose="02010600040101010101" charset="-122"/>
                <a:cs typeface="华文细黑" panose="02010600040101010101" charset="-122"/>
              </a:rPr>
              <a:t>errors can cause some difficulty for the reader.</a:t>
            </a:r>
            <a:endParaRPr lang="en-US" altLang="zh-CN" sz="2000" b="1" dirty="0" smtClean="0">
              <a:solidFill>
                <a:srgbClr val="00B050"/>
              </a:solidFill>
              <a:latin typeface="华文细黑" panose="02010600040101010101" charset="-122"/>
              <a:ea typeface="华文细黑" panose="02010600040101010101" charset="-122"/>
              <a:cs typeface="华文细黑" panose="02010600040101010101" charset="-122"/>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 name="内容占位符 3"/>
          <p:cNvPicPr>
            <a:picLocks noGrp="1" noChangeAspect="1"/>
          </p:cNvPicPr>
          <p:nvPr>
            <p:ph idx="1"/>
          </p:nvPr>
        </p:nvPicPr>
        <p:blipFill>
          <a:blip r:embed="rId1" cstate="print"/>
          <a:stretch>
            <a:fillRect/>
          </a:stretch>
        </p:blipFill>
        <p:spPr>
          <a:xfrm>
            <a:off x="278130" y="647065"/>
            <a:ext cx="8757920" cy="3896360"/>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 name="内容占位符 3"/>
          <p:cNvPicPr>
            <a:picLocks noGrp="1" noChangeAspect="1"/>
          </p:cNvPicPr>
          <p:nvPr>
            <p:ph idx="1"/>
          </p:nvPr>
        </p:nvPicPr>
        <p:blipFill>
          <a:blip r:embed="rId1" cstate="print"/>
          <a:stretch>
            <a:fillRect/>
          </a:stretch>
        </p:blipFill>
        <p:spPr>
          <a:xfrm>
            <a:off x="457200" y="782320"/>
            <a:ext cx="8229600" cy="1684020"/>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2340264" y="1995792"/>
            <a:ext cx="5357850" cy="500066"/>
          </a:xfrm>
        </p:spPr>
        <p:txBody>
          <a:bodyPr/>
          <a:p>
            <a:pPr algn="ctr"/>
            <a:r>
              <a:rPr lang="zh-CN" altLang="en-US">
                <a:solidFill>
                  <a:schemeClr val="tx1"/>
                </a:solidFill>
              </a:rPr>
              <a:t>七个词性知识</a:t>
            </a:r>
            <a:endParaRPr lang="zh-CN" altLang="en-US">
              <a:solidFill>
                <a:schemeClr val="tx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35610" y="29210"/>
            <a:ext cx="8890635" cy="1275715"/>
          </a:xfrm>
        </p:spPr>
        <p:txBody>
          <a:bodyPr/>
          <a:p>
            <a:r>
              <a:rPr lang="zh-CN" altLang="en-US">
                <a:solidFill>
                  <a:schemeClr val="tx1"/>
                </a:solidFill>
              </a:rPr>
              <a:t>①</a:t>
            </a:r>
            <a:r>
              <a:rPr lang="en-US" altLang="zh-CN">
                <a:solidFill>
                  <a:schemeClr val="tx1"/>
                </a:solidFill>
              </a:rPr>
              <a:t> </a:t>
            </a:r>
            <a:r>
              <a:rPr lang="zh-CN" altLang="en-US">
                <a:solidFill>
                  <a:schemeClr val="tx1"/>
                </a:solidFill>
              </a:rPr>
              <a:t>主（名词</a:t>
            </a:r>
            <a:r>
              <a:rPr lang="en-US" altLang="zh-CN">
                <a:solidFill>
                  <a:schemeClr val="tx1"/>
                </a:solidFill>
              </a:rPr>
              <a:t>/</a:t>
            </a:r>
            <a:r>
              <a:rPr lang="zh-CN" altLang="en-US">
                <a:solidFill>
                  <a:schemeClr val="tx1"/>
                </a:solidFill>
              </a:rPr>
              <a:t>代词</a:t>
            </a:r>
            <a:r>
              <a:rPr lang="en-US" altLang="zh-CN">
                <a:solidFill>
                  <a:schemeClr val="tx1"/>
                </a:solidFill>
              </a:rPr>
              <a:t>/</a:t>
            </a:r>
            <a:r>
              <a:rPr lang="zh-CN" altLang="en-US">
                <a:solidFill>
                  <a:schemeClr val="tx1"/>
                </a:solidFill>
              </a:rPr>
              <a:t>动名词）</a:t>
            </a:r>
            <a:r>
              <a:rPr lang="en-US" altLang="zh-CN">
                <a:solidFill>
                  <a:schemeClr val="tx1"/>
                </a:solidFill>
              </a:rPr>
              <a:t>   </a:t>
            </a:r>
            <a:r>
              <a:rPr lang="zh-CN" altLang="en-US">
                <a:solidFill>
                  <a:schemeClr val="tx1"/>
                </a:solidFill>
              </a:rPr>
              <a:t>系（</a:t>
            </a:r>
            <a:r>
              <a:rPr lang="en-US" altLang="zh-CN">
                <a:solidFill>
                  <a:schemeClr val="tx1"/>
                </a:solidFill>
              </a:rPr>
              <a:t>be</a:t>
            </a:r>
            <a:r>
              <a:rPr lang="zh-CN" altLang="en-US">
                <a:solidFill>
                  <a:schemeClr val="tx1"/>
                </a:solidFill>
              </a:rPr>
              <a:t>）</a:t>
            </a:r>
            <a:r>
              <a:rPr lang="en-US" altLang="zh-CN">
                <a:solidFill>
                  <a:schemeClr val="tx1"/>
                </a:solidFill>
              </a:rPr>
              <a:t>   </a:t>
            </a:r>
            <a:r>
              <a:rPr lang="zh-CN" altLang="en-US">
                <a:solidFill>
                  <a:schemeClr val="tx1"/>
                </a:solidFill>
              </a:rPr>
              <a:t>表</a:t>
            </a:r>
            <a:r>
              <a:rPr lang="en-US" altLang="zh-CN">
                <a:solidFill>
                  <a:schemeClr val="tx1"/>
                </a:solidFill>
              </a:rPr>
              <a:t>(</a:t>
            </a:r>
            <a:r>
              <a:rPr lang="en-US" altLang="zh-CN" b="1" u="sng">
                <a:solidFill>
                  <a:srgbClr val="0070C0"/>
                </a:solidFill>
                <a:latin typeface="+mn-lt"/>
                <a:ea typeface="+mn-ea"/>
                <a:cs typeface="+mn-cs"/>
              </a:rPr>
              <a:t>名词</a:t>
            </a:r>
            <a:r>
              <a:rPr lang="en-US" altLang="zh-CN">
                <a:solidFill>
                  <a:schemeClr val="tx1"/>
                </a:solidFill>
              </a:rPr>
              <a:t>/</a:t>
            </a:r>
            <a:r>
              <a:rPr lang="zh-CN" altLang="en-US">
                <a:solidFill>
                  <a:schemeClr val="tx1"/>
                </a:solidFill>
              </a:rPr>
              <a:t>形容词</a:t>
            </a:r>
            <a:r>
              <a:rPr lang="en-US" altLang="zh-CN">
                <a:solidFill>
                  <a:schemeClr val="tx1"/>
                </a:solidFill>
              </a:rPr>
              <a:t>/</a:t>
            </a:r>
            <a:r>
              <a:rPr lang="zh-CN" altLang="en-US">
                <a:solidFill>
                  <a:schemeClr val="tx1"/>
                </a:solidFill>
              </a:rPr>
              <a:t>介词</a:t>
            </a:r>
            <a:r>
              <a:rPr lang="en-US" altLang="zh-CN">
                <a:solidFill>
                  <a:schemeClr val="tx1"/>
                </a:solidFill>
              </a:rPr>
              <a:t>/</a:t>
            </a:r>
            <a:r>
              <a:rPr lang="zh-CN" altLang="en-US">
                <a:solidFill>
                  <a:schemeClr val="tx1"/>
                </a:solidFill>
              </a:rPr>
              <a:t>不定式</a:t>
            </a:r>
            <a:r>
              <a:rPr lang="en-US" altLang="zh-CN">
                <a:solidFill>
                  <a:schemeClr val="tx1"/>
                </a:solidFill>
              </a:rPr>
              <a:t>)</a:t>
            </a:r>
            <a:endParaRPr lang="en-US" altLang="zh-CN">
              <a:solidFill>
                <a:schemeClr val="tx1"/>
              </a:solidFill>
            </a:endParaRPr>
          </a:p>
        </p:txBody>
      </p:sp>
      <p:sp>
        <p:nvSpPr>
          <p:cNvPr id="3" name="内容占位符 2"/>
          <p:cNvSpPr>
            <a:spLocks noGrp="1"/>
          </p:cNvSpPr>
          <p:nvPr>
            <p:ph idx="1"/>
          </p:nvPr>
        </p:nvSpPr>
        <p:spPr>
          <a:xfrm>
            <a:off x="481330" y="1363345"/>
            <a:ext cx="8205470" cy="3369310"/>
          </a:xfrm>
        </p:spPr>
        <p:txBody>
          <a:bodyPr/>
          <a:p>
            <a:r>
              <a:rPr>
                <a:solidFill>
                  <a:schemeClr val="tx1"/>
                </a:solidFill>
              </a:rPr>
              <a:t>句子中翻译成</a:t>
            </a:r>
            <a:r>
              <a:rPr lang="en-US" altLang="zh-CN">
                <a:solidFill>
                  <a:schemeClr val="tx1"/>
                </a:solidFill>
              </a:rPr>
              <a:t>“</a:t>
            </a:r>
            <a:r>
              <a:rPr>
                <a:solidFill>
                  <a:schemeClr val="tx1"/>
                </a:solidFill>
              </a:rPr>
              <a:t>是</a:t>
            </a:r>
            <a:r>
              <a:rPr lang="en-US" altLang="zh-CN">
                <a:solidFill>
                  <a:schemeClr val="tx1"/>
                </a:solidFill>
              </a:rPr>
              <a:t>” </a:t>
            </a:r>
            <a:r>
              <a:rPr>
                <a:solidFill>
                  <a:schemeClr val="tx1"/>
                </a:solidFill>
              </a:rPr>
              <a:t>的时候。</a:t>
            </a:r>
            <a:endParaRPr lang="en-US" altLang="zh-CN">
              <a:solidFill>
                <a:schemeClr val="tx1"/>
              </a:solidFill>
            </a:endParaRPr>
          </a:p>
          <a:p>
            <a:r>
              <a:rPr lang="en-US" altLang="zh-CN">
                <a:solidFill>
                  <a:schemeClr val="tx1"/>
                </a:solidFill>
              </a:rPr>
              <a:t>I am </a:t>
            </a:r>
            <a:r>
              <a:rPr lang="en-US" altLang="zh-CN" b="1" u="sng">
                <a:solidFill>
                  <a:srgbClr val="0070C0"/>
                </a:solidFill>
              </a:rPr>
              <a:t>a student</a:t>
            </a:r>
            <a:r>
              <a:rPr lang="en-US" altLang="zh-CN">
                <a:solidFill>
                  <a:schemeClr val="tx1"/>
                </a:solidFill>
              </a:rPr>
              <a:t>.</a:t>
            </a:r>
            <a:endParaRPr lang="en-US" altLang="zh-CN">
              <a:solidFill>
                <a:schemeClr val="tx1"/>
              </a:solidFill>
            </a:endParaRPr>
          </a:p>
          <a:p>
            <a:r>
              <a:rPr lang="en-US" altLang="zh-CN">
                <a:solidFill>
                  <a:schemeClr val="tx1"/>
                </a:solidFill>
              </a:rPr>
              <a:t>She is </a:t>
            </a:r>
            <a:r>
              <a:rPr lang="en-US" altLang="zh-CN" b="1" u="sng">
                <a:solidFill>
                  <a:srgbClr val="0070C0"/>
                </a:solidFill>
              </a:rPr>
              <a:t>an employee</a:t>
            </a:r>
            <a:r>
              <a:rPr lang="en-US" altLang="zh-CN">
                <a:solidFill>
                  <a:schemeClr val="tx1"/>
                </a:solidFill>
              </a:rPr>
              <a:t>.</a:t>
            </a:r>
            <a:endParaRPr lang="en-US" altLang="zh-CN">
              <a:solidFill>
                <a:schemeClr val="tx1"/>
              </a:solidFill>
            </a:endParaRPr>
          </a:p>
          <a:p>
            <a:r>
              <a:rPr lang="en-US" altLang="zh-CN" u="sng">
                <a:solidFill>
                  <a:schemeClr val="tx1"/>
                </a:solidFill>
              </a:rPr>
              <a:t>Playing video games</a:t>
            </a:r>
            <a:r>
              <a:rPr lang="en-US" altLang="zh-CN">
                <a:solidFill>
                  <a:schemeClr val="tx1"/>
                </a:solidFill>
              </a:rPr>
              <a:t> is </a:t>
            </a:r>
            <a:r>
              <a:rPr lang="en-US" altLang="zh-CN" b="1" u="sng">
                <a:solidFill>
                  <a:srgbClr val="0070C0"/>
                </a:solidFill>
              </a:rPr>
              <a:t>a waste of time</a:t>
            </a:r>
            <a:r>
              <a:rPr lang="en-US" altLang="zh-CN">
                <a:solidFill>
                  <a:schemeClr val="tx1"/>
                </a:solidFill>
              </a:rPr>
              <a:t>.</a:t>
            </a:r>
            <a:endParaRPr lang="en-US" altLang="zh-CN">
              <a:solidFill>
                <a:schemeClr val="tx1"/>
              </a:solidFill>
            </a:endParaRPr>
          </a:p>
          <a:p>
            <a:r>
              <a:rPr lang="en-US" altLang="zh-CN">
                <a:solidFill>
                  <a:schemeClr val="tx1"/>
                </a:solidFill>
              </a:rPr>
              <a:t>The number of girls is </a:t>
            </a:r>
            <a:r>
              <a:rPr lang="en-US" altLang="zh-CN" b="1" u="sng">
                <a:solidFill>
                  <a:srgbClr val="0070C0"/>
                </a:solidFill>
              </a:rPr>
              <a:t>500</a:t>
            </a:r>
            <a:r>
              <a:rPr lang="en-US" altLang="zh-CN">
                <a:solidFill>
                  <a:schemeClr val="tx1"/>
                </a:solidFill>
              </a:rPr>
              <a:t>.</a:t>
            </a:r>
            <a:endParaRPr lang="en-US" altLang="zh-CN">
              <a:solidFill>
                <a:schemeClr val="tx1"/>
              </a:solidFill>
            </a:endParaRPr>
          </a:p>
          <a:p>
            <a:r>
              <a:rPr lang="en-US" altLang="zh-CN">
                <a:solidFill>
                  <a:schemeClr val="tx1"/>
                </a:solidFill>
              </a:rPr>
              <a:t>The consumption of beef is </a:t>
            </a:r>
            <a:r>
              <a:rPr lang="en-US" altLang="zh-CN" b="1" u="sng">
                <a:solidFill>
                  <a:srgbClr val="0070C0"/>
                </a:solidFill>
              </a:rPr>
              <a:t>5 million tonnes</a:t>
            </a:r>
            <a:r>
              <a:rPr lang="en-US" altLang="zh-CN">
                <a:solidFill>
                  <a:schemeClr val="tx1"/>
                </a:solidFill>
              </a:rPr>
              <a:t>.</a:t>
            </a:r>
            <a:endParaRPr lang="en-US" altLang="zh-CN">
              <a:solidFill>
                <a:schemeClr val="tx1"/>
              </a:solidFill>
            </a:endParaRPr>
          </a:p>
          <a:p>
            <a:r>
              <a:rPr lang="en-US" altLang="zh-CN">
                <a:solidFill>
                  <a:schemeClr val="tx1"/>
                </a:solidFill>
              </a:rPr>
              <a:t>They are </a:t>
            </a:r>
            <a:r>
              <a:rPr lang="en-US" altLang="zh-CN" b="1" u="sng">
                <a:solidFill>
                  <a:srgbClr val="0070C0"/>
                </a:solidFill>
              </a:rPr>
              <a:t>workers</a:t>
            </a:r>
            <a:r>
              <a:rPr lang="en-US" altLang="zh-CN">
                <a:solidFill>
                  <a:schemeClr val="tx1"/>
                </a:solidFill>
              </a:rPr>
              <a:t> of the company.</a:t>
            </a:r>
            <a:endParaRPr lang="en-US" altLang="zh-CN">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 calcmode="lin" valueType="num">
                                      <p:cBhvr additive="base">
                                        <p:cTn id="3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35610" y="29210"/>
            <a:ext cx="8890635" cy="1275715"/>
          </a:xfrm>
        </p:spPr>
        <p:txBody>
          <a:bodyPr/>
          <a:p>
            <a:r>
              <a:rPr lang="zh-CN" altLang="en-US">
                <a:solidFill>
                  <a:schemeClr val="tx1"/>
                </a:solidFill>
              </a:rPr>
              <a:t>①</a:t>
            </a:r>
            <a:r>
              <a:rPr lang="en-US" altLang="zh-CN">
                <a:solidFill>
                  <a:schemeClr val="tx1"/>
                </a:solidFill>
              </a:rPr>
              <a:t> </a:t>
            </a:r>
            <a:r>
              <a:rPr lang="zh-CN" altLang="en-US">
                <a:solidFill>
                  <a:schemeClr val="tx1"/>
                </a:solidFill>
              </a:rPr>
              <a:t>主（名词</a:t>
            </a:r>
            <a:r>
              <a:rPr lang="en-US" altLang="zh-CN">
                <a:solidFill>
                  <a:schemeClr val="tx1"/>
                </a:solidFill>
              </a:rPr>
              <a:t>/</a:t>
            </a:r>
            <a:r>
              <a:rPr lang="zh-CN" altLang="en-US">
                <a:solidFill>
                  <a:schemeClr val="tx1"/>
                </a:solidFill>
              </a:rPr>
              <a:t>代词</a:t>
            </a:r>
            <a:r>
              <a:rPr lang="en-US" altLang="zh-CN">
                <a:solidFill>
                  <a:schemeClr val="tx1"/>
                </a:solidFill>
              </a:rPr>
              <a:t>/</a:t>
            </a:r>
            <a:r>
              <a:rPr lang="zh-CN" altLang="en-US">
                <a:solidFill>
                  <a:schemeClr val="tx1"/>
                </a:solidFill>
              </a:rPr>
              <a:t>动名词）</a:t>
            </a:r>
            <a:r>
              <a:rPr lang="en-US" altLang="zh-CN">
                <a:solidFill>
                  <a:schemeClr val="tx1"/>
                </a:solidFill>
              </a:rPr>
              <a:t>   </a:t>
            </a:r>
            <a:r>
              <a:rPr lang="zh-CN" altLang="en-US">
                <a:solidFill>
                  <a:schemeClr val="tx1"/>
                </a:solidFill>
              </a:rPr>
              <a:t>系（</a:t>
            </a:r>
            <a:r>
              <a:rPr lang="en-US" altLang="zh-CN">
                <a:solidFill>
                  <a:schemeClr val="tx1"/>
                </a:solidFill>
              </a:rPr>
              <a:t>be</a:t>
            </a:r>
            <a:r>
              <a:rPr lang="zh-CN" altLang="en-US">
                <a:solidFill>
                  <a:schemeClr val="tx1"/>
                </a:solidFill>
              </a:rPr>
              <a:t>）</a:t>
            </a:r>
            <a:r>
              <a:rPr lang="en-US" altLang="zh-CN">
                <a:solidFill>
                  <a:schemeClr val="tx1"/>
                </a:solidFill>
              </a:rPr>
              <a:t>   </a:t>
            </a:r>
            <a:r>
              <a:rPr lang="zh-CN" altLang="en-US">
                <a:solidFill>
                  <a:schemeClr val="tx1"/>
                </a:solidFill>
              </a:rPr>
              <a:t>表</a:t>
            </a:r>
            <a:r>
              <a:rPr lang="en-US" altLang="zh-CN">
                <a:solidFill>
                  <a:schemeClr val="tx1"/>
                </a:solidFill>
              </a:rPr>
              <a:t>(</a:t>
            </a:r>
            <a:r>
              <a:rPr lang="en-US" altLang="zh-CN" b="1" u="sng">
                <a:solidFill>
                  <a:srgbClr val="0070C0"/>
                </a:solidFill>
                <a:latin typeface="+mn-lt"/>
                <a:ea typeface="+mn-ea"/>
                <a:cs typeface="+mn-cs"/>
              </a:rPr>
              <a:t>名词</a:t>
            </a:r>
            <a:r>
              <a:rPr lang="en-US" altLang="zh-CN">
                <a:solidFill>
                  <a:schemeClr val="tx1"/>
                </a:solidFill>
              </a:rPr>
              <a:t>/</a:t>
            </a:r>
            <a:r>
              <a:rPr lang="zh-CN" altLang="en-US" u="sng">
                <a:solidFill>
                  <a:srgbClr val="FF0000"/>
                </a:solidFill>
              </a:rPr>
              <a:t>形容词</a:t>
            </a:r>
            <a:r>
              <a:rPr lang="en-US" altLang="zh-CN">
                <a:solidFill>
                  <a:schemeClr val="tx1"/>
                </a:solidFill>
              </a:rPr>
              <a:t>/</a:t>
            </a:r>
            <a:r>
              <a:rPr lang="zh-CN" altLang="en-US">
                <a:solidFill>
                  <a:schemeClr val="tx1"/>
                </a:solidFill>
              </a:rPr>
              <a:t>介词</a:t>
            </a:r>
            <a:r>
              <a:rPr lang="en-US" altLang="zh-CN">
                <a:solidFill>
                  <a:schemeClr val="tx1"/>
                </a:solidFill>
              </a:rPr>
              <a:t>/</a:t>
            </a:r>
            <a:r>
              <a:rPr lang="zh-CN" altLang="en-US">
                <a:solidFill>
                  <a:schemeClr val="tx1"/>
                </a:solidFill>
              </a:rPr>
              <a:t>不定式</a:t>
            </a:r>
            <a:r>
              <a:rPr lang="en-US" altLang="zh-CN">
                <a:solidFill>
                  <a:schemeClr val="tx1"/>
                </a:solidFill>
              </a:rPr>
              <a:t>)</a:t>
            </a:r>
            <a:endParaRPr lang="en-US" altLang="zh-CN">
              <a:solidFill>
                <a:schemeClr val="tx1"/>
              </a:solidFill>
            </a:endParaRPr>
          </a:p>
        </p:txBody>
      </p:sp>
      <p:sp>
        <p:nvSpPr>
          <p:cNvPr id="3" name="内容占位符 2"/>
          <p:cNvSpPr>
            <a:spLocks noGrp="1"/>
          </p:cNvSpPr>
          <p:nvPr>
            <p:ph idx="1"/>
          </p:nvPr>
        </p:nvSpPr>
        <p:spPr>
          <a:xfrm>
            <a:off x="481330" y="1363345"/>
            <a:ext cx="8205470" cy="3369310"/>
          </a:xfrm>
        </p:spPr>
        <p:txBody>
          <a:bodyPr/>
          <a:p>
            <a:r>
              <a:rPr>
                <a:solidFill>
                  <a:schemeClr val="tx1"/>
                </a:solidFill>
              </a:rPr>
              <a:t>句子中翻译成</a:t>
            </a:r>
            <a:r>
              <a:rPr lang="en-US" altLang="zh-CN">
                <a:solidFill>
                  <a:schemeClr val="tx1"/>
                </a:solidFill>
              </a:rPr>
              <a:t>“</a:t>
            </a:r>
            <a:r>
              <a:rPr>
                <a:solidFill>
                  <a:schemeClr val="tx1"/>
                </a:solidFill>
              </a:rPr>
              <a:t>是</a:t>
            </a:r>
            <a:r>
              <a:rPr lang="en-US" altLang="zh-CN">
                <a:solidFill>
                  <a:schemeClr val="tx1"/>
                </a:solidFill>
              </a:rPr>
              <a:t>” </a:t>
            </a:r>
            <a:r>
              <a:rPr>
                <a:solidFill>
                  <a:schemeClr val="tx1"/>
                </a:solidFill>
              </a:rPr>
              <a:t>的时候。</a:t>
            </a:r>
            <a:endParaRPr lang="en-US" altLang="zh-CN">
              <a:solidFill>
                <a:schemeClr val="tx1"/>
              </a:solidFill>
            </a:endParaRPr>
          </a:p>
          <a:p>
            <a:r>
              <a:rPr lang="en-US" altLang="zh-CN">
                <a:solidFill>
                  <a:schemeClr val="tx1"/>
                </a:solidFill>
              </a:rPr>
              <a:t>I am </a:t>
            </a:r>
            <a:r>
              <a:rPr b="1" u="sng">
                <a:solidFill>
                  <a:srgbClr val="FF0000"/>
                </a:solidFill>
                <a:latin typeface="Comic Sans MS" panose="030F0702030302020204" pitchFamily="66" charset="0"/>
                <a:ea typeface="+mj-ea"/>
                <a:cs typeface="微软雅黑" panose="020B0503020204020204" charset="-122"/>
              </a:rPr>
              <a:t>hungry</a:t>
            </a:r>
            <a:r>
              <a:rPr lang="en-US" altLang="zh-CN">
                <a:solidFill>
                  <a:schemeClr val="tx1"/>
                </a:solidFill>
              </a:rPr>
              <a:t>.</a:t>
            </a:r>
            <a:endParaRPr lang="en-US" altLang="zh-CN">
              <a:solidFill>
                <a:schemeClr val="tx1"/>
              </a:solidFill>
            </a:endParaRPr>
          </a:p>
          <a:p>
            <a:r>
              <a:rPr lang="en-US" altLang="zh-CN">
                <a:solidFill>
                  <a:schemeClr val="tx1"/>
                </a:solidFill>
              </a:rPr>
              <a:t>Learning English is</a:t>
            </a:r>
            <a:r>
              <a:rPr b="1" u="sng">
                <a:solidFill>
                  <a:srgbClr val="FF0000"/>
                </a:solidFill>
                <a:latin typeface="Comic Sans MS" panose="030F0702030302020204" pitchFamily="66" charset="0"/>
                <a:ea typeface="+mj-ea"/>
                <a:cs typeface="微软雅黑" panose="020B0503020204020204" charset="-122"/>
              </a:rPr>
              <a:t> important</a:t>
            </a:r>
            <a:r>
              <a:rPr lang="en-US" altLang="zh-CN">
                <a:solidFill>
                  <a:schemeClr val="tx1"/>
                </a:solidFill>
              </a:rPr>
              <a:t>.</a:t>
            </a:r>
            <a:endParaRPr lang="en-US" altLang="zh-CN">
              <a:solidFill>
                <a:schemeClr val="tx1"/>
              </a:solidFill>
            </a:endParaRPr>
          </a:p>
          <a:p>
            <a:r>
              <a:rPr lang="en-US" altLang="zh-CN">
                <a:solidFill>
                  <a:schemeClr val="tx1"/>
                </a:solidFill>
              </a:rPr>
              <a:t>Playing video games is </a:t>
            </a:r>
            <a:r>
              <a:rPr b="1" u="sng">
                <a:solidFill>
                  <a:srgbClr val="FF0000"/>
                </a:solidFill>
                <a:latin typeface="Comic Sans MS" panose="030F0702030302020204" pitchFamily="66" charset="0"/>
                <a:ea typeface="+mj-ea"/>
                <a:cs typeface="微软雅黑" panose="020B0503020204020204" charset="-122"/>
              </a:rPr>
              <a:t>detrimental</a:t>
            </a:r>
            <a:r>
              <a:rPr lang="en-US" altLang="zh-CN">
                <a:solidFill>
                  <a:schemeClr val="tx1"/>
                </a:solidFill>
              </a:rPr>
              <a:t> to teenagers’ mental health.</a:t>
            </a:r>
            <a:endParaRPr lang="en-US" altLang="zh-CN">
              <a:solidFill>
                <a:schemeClr val="tx1"/>
              </a:solidFill>
            </a:endParaRPr>
          </a:p>
          <a:p>
            <a:r>
              <a:rPr lang="en-US" altLang="zh-CN">
                <a:solidFill>
                  <a:schemeClr val="tx1"/>
                </a:solidFill>
              </a:rPr>
              <a:t>Driving private cars is </a:t>
            </a:r>
            <a:r>
              <a:rPr b="1" u="sng">
                <a:solidFill>
                  <a:srgbClr val="FF0000"/>
                </a:solidFill>
                <a:latin typeface="Comic Sans MS" panose="030F0702030302020204" pitchFamily="66" charset="0"/>
                <a:ea typeface="+mj-ea"/>
                <a:cs typeface="微软雅黑" panose="020B0503020204020204" charset="-122"/>
              </a:rPr>
              <a:t>convenient</a:t>
            </a:r>
            <a:r>
              <a:rPr lang="en-US" altLang="zh-CN">
                <a:solidFill>
                  <a:schemeClr val="tx1"/>
                </a:solidFill>
              </a:rPr>
              <a:t>.</a:t>
            </a:r>
            <a:endParaRPr lang="en-US" altLang="zh-CN">
              <a:solidFill>
                <a:schemeClr val="tx1"/>
              </a:solidFill>
            </a:endParaRPr>
          </a:p>
          <a:p>
            <a:r>
              <a:rPr lang="en-US" altLang="zh-CN">
                <a:solidFill>
                  <a:schemeClr val="tx1"/>
                </a:solidFill>
              </a:rPr>
              <a:t>Helping the orphans and the widows is </a:t>
            </a:r>
            <a:r>
              <a:rPr lang="en-US" altLang="zh-CN" b="1" u="sng">
                <a:solidFill>
                  <a:srgbClr val="FF0000"/>
                </a:solidFill>
              </a:rPr>
              <a:t>significant.</a:t>
            </a:r>
            <a:endParaRPr lang="en-US" altLang="zh-CN" b="1" u="sng">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382905" y="429895"/>
            <a:ext cx="8303895" cy="4302760"/>
          </a:xfrm>
        </p:spPr>
        <p:txBody>
          <a:bodyPr/>
          <a:p>
            <a:r>
              <a:rPr lang="en-US" altLang="zh-CN">
                <a:solidFill>
                  <a:schemeClr val="tx1"/>
                </a:solidFill>
              </a:rPr>
              <a:t>flexible --inflexible </a:t>
            </a:r>
            <a:endParaRPr lang="en-US" altLang="zh-CN">
              <a:solidFill>
                <a:schemeClr val="tx1"/>
              </a:solidFill>
            </a:endParaRPr>
          </a:p>
          <a:p>
            <a:r>
              <a:rPr lang="en-US" altLang="zh-CN">
                <a:solidFill>
                  <a:schemeClr val="tx1"/>
                </a:solidFill>
              </a:rPr>
              <a:t>feasible--unfeasible</a:t>
            </a:r>
            <a:endParaRPr lang="en-US" altLang="zh-CN">
              <a:solidFill>
                <a:schemeClr val="tx1"/>
              </a:solidFill>
            </a:endParaRPr>
          </a:p>
          <a:p>
            <a:r>
              <a:rPr lang="en-US" altLang="zh-CN">
                <a:solidFill>
                  <a:schemeClr val="tx1"/>
                </a:solidFill>
              </a:rPr>
              <a:t>necessary--unnecessary</a:t>
            </a:r>
            <a:endParaRPr lang="en-US" altLang="zh-CN">
              <a:solidFill>
                <a:schemeClr val="tx1"/>
              </a:solidFill>
            </a:endParaRPr>
          </a:p>
          <a:p>
            <a:r>
              <a:rPr lang="en-US" altLang="zh-CN">
                <a:solidFill>
                  <a:schemeClr val="tx1"/>
                </a:solidFill>
              </a:rPr>
              <a:t>wise-unwise</a:t>
            </a:r>
            <a:endParaRPr lang="en-US" altLang="zh-CN">
              <a:solidFill>
                <a:schemeClr val="tx1"/>
              </a:solidFill>
            </a:endParaRPr>
          </a:p>
          <a:p>
            <a:r>
              <a:rPr lang="en-US" altLang="zh-CN">
                <a:solidFill>
                  <a:schemeClr val="tx1"/>
                </a:solidFill>
              </a:rPr>
              <a:t>realistic-unrealistic</a:t>
            </a:r>
            <a:endParaRPr lang="en-US" altLang="zh-CN">
              <a:solidFill>
                <a:schemeClr val="tx1"/>
              </a:solidFill>
            </a:endParaRPr>
          </a:p>
          <a:p>
            <a:r>
              <a:rPr lang="en-US" altLang="zh-CN">
                <a:solidFill>
                  <a:schemeClr val="tx1"/>
                </a:solidFill>
              </a:rPr>
              <a:t>appropriate-inappropriate</a:t>
            </a:r>
            <a:endParaRPr lang="en-US" altLang="zh-CN">
              <a:solidFill>
                <a:schemeClr val="tx1"/>
              </a:solidFill>
            </a:endParaRPr>
          </a:p>
          <a:p>
            <a:r>
              <a:rPr lang="en-US" altLang="zh-CN">
                <a:solidFill>
                  <a:schemeClr val="tx1"/>
                </a:solidFill>
              </a:rPr>
              <a:t>suitable-unsuitable</a:t>
            </a:r>
            <a:endParaRPr lang="en-US" altLang="zh-CN">
              <a:solidFill>
                <a:schemeClr val="tx1"/>
              </a:solidFill>
            </a:endParaRPr>
          </a:p>
          <a:p>
            <a:r>
              <a:rPr lang="en-US" altLang="zh-CN">
                <a:solidFill>
                  <a:schemeClr val="tx1"/>
                </a:solidFill>
              </a:rPr>
              <a:t>beneficial-detrimental/harmful</a:t>
            </a:r>
            <a:endParaRPr lang="en-US" altLang="zh-CN">
              <a:solidFill>
                <a:schemeClr val="tx1"/>
              </a:solidFill>
            </a:endParaRPr>
          </a:p>
          <a:p>
            <a:endParaRPr lang="en-US" altLang="zh-CN">
              <a:solidFill>
                <a:schemeClr val="tx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340995" y="31115"/>
            <a:ext cx="9133205" cy="5243830"/>
          </a:xfrm>
        </p:spPr>
        <p:txBody>
          <a:bodyPr/>
          <a:p>
            <a:r>
              <a:rPr lang="en-US" altLang="zh-CN">
                <a:solidFill>
                  <a:schemeClr val="tx1"/>
                </a:solidFill>
              </a:rPr>
              <a:t>                 </a:t>
            </a:r>
            <a:r>
              <a:rPr>
                <a:solidFill>
                  <a:schemeClr val="tx1"/>
                </a:solidFill>
              </a:rPr>
              <a:t>半系动词</a:t>
            </a:r>
            <a:r>
              <a:rPr lang="en-US" altLang="zh-CN">
                <a:solidFill>
                  <a:schemeClr val="tx1"/>
                </a:solidFill>
              </a:rPr>
              <a:t>+adj</a:t>
            </a:r>
            <a:endParaRPr lang="en-US" altLang="zh-CN">
              <a:solidFill>
                <a:schemeClr val="tx1"/>
              </a:solidFill>
            </a:endParaRPr>
          </a:p>
          <a:p>
            <a:r>
              <a:rPr lang="en-US" altLang="zh-CN" b="1" u="sng">
                <a:solidFill>
                  <a:schemeClr val="tx1"/>
                </a:solidFill>
              </a:rPr>
              <a:t>I </a:t>
            </a:r>
            <a:r>
              <a:rPr lang="en-US" altLang="zh-CN" b="1" u="sng">
                <a:solidFill>
                  <a:srgbClr val="7030A0"/>
                </a:solidFill>
              </a:rPr>
              <a:t>become</a:t>
            </a:r>
            <a:r>
              <a:rPr lang="en-US" altLang="zh-CN" b="1" u="sng">
                <a:solidFill>
                  <a:schemeClr val="tx1"/>
                </a:solidFill>
              </a:rPr>
              <a:t> increasingly sensitive</a:t>
            </a:r>
            <a:r>
              <a:rPr lang="en-US" altLang="zh-CN">
                <a:solidFill>
                  <a:schemeClr val="tx1"/>
                </a:solidFill>
              </a:rPr>
              <a:t>.</a:t>
            </a:r>
            <a:endParaRPr lang="en-US" altLang="zh-CN">
              <a:solidFill>
                <a:schemeClr val="tx1"/>
              </a:solidFill>
            </a:endParaRPr>
          </a:p>
          <a:p>
            <a:r>
              <a:rPr lang="en-US" altLang="zh-CN" b="1" u="sng">
                <a:solidFill>
                  <a:schemeClr val="tx1"/>
                </a:solidFill>
              </a:rPr>
              <a:t>He </a:t>
            </a:r>
            <a:r>
              <a:rPr lang="en-US" altLang="zh-CN" b="1" u="sng">
                <a:solidFill>
                  <a:srgbClr val="7030A0"/>
                </a:solidFill>
              </a:rPr>
              <a:t>becomes </a:t>
            </a:r>
            <a:r>
              <a:rPr lang="en-US" altLang="zh-CN" b="1" u="sng">
                <a:solidFill>
                  <a:schemeClr val="tx1"/>
                </a:solidFill>
              </a:rPr>
              <a:t>increasingly handsome./I  </a:t>
            </a:r>
            <a:r>
              <a:rPr lang="en-US" altLang="zh-CN" b="1" u="sng">
                <a:solidFill>
                  <a:srgbClr val="7030A0"/>
                </a:solidFill>
              </a:rPr>
              <a:t>keep c</a:t>
            </a:r>
            <a:r>
              <a:rPr lang="en-US" altLang="zh-CN" b="1" u="sng">
                <a:solidFill>
                  <a:schemeClr val="tx1"/>
                </a:solidFill>
              </a:rPr>
              <a:t>lam.</a:t>
            </a:r>
            <a:endParaRPr lang="en-US" altLang="zh-CN" b="1" u="sng">
              <a:solidFill>
                <a:schemeClr val="tx1"/>
              </a:solidFill>
            </a:endParaRPr>
          </a:p>
          <a:p>
            <a:r>
              <a:rPr lang="en-US" altLang="zh-CN" b="1" u="sng">
                <a:solidFill>
                  <a:schemeClr val="tx1"/>
                </a:solidFill>
              </a:rPr>
              <a:t>Steven Jobs once said: </a:t>
            </a:r>
            <a:r>
              <a:rPr lang="en-US" altLang="zh-CN" b="1" u="sng">
                <a:solidFill>
                  <a:srgbClr val="7030A0"/>
                </a:solidFill>
              </a:rPr>
              <a:t>stay</a:t>
            </a:r>
            <a:r>
              <a:rPr lang="en-US" altLang="zh-CN" b="1" u="sng">
                <a:solidFill>
                  <a:schemeClr val="tx1"/>
                </a:solidFill>
              </a:rPr>
              <a:t> hungry, stay foolish.</a:t>
            </a:r>
            <a:endParaRPr lang="en-US" altLang="zh-CN" b="1" u="sng">
              <a:solidFill>
                <a:schemeClr val="tx1"/>
              </a:solidFill>
            </a:endParaRPr>
          </a:p>
          <a:p>
            <a:r>
              <a:rPr lang="en-US" altLang="zh-CN" b="1" u="sng">
                <a:solidFill>
                  <a:schemeClr val="tx1"/>
                </a:solidFill>
              </a:rPr>
              <a:t>The breafast </a:t>
            </a:r>
            <a:r>
              <a:rPr lang="en-US" altLang="zh-CN" b="1" u="sng">
                <a:solidFill>
                  <a:srgbClr val="7030A0"/>
                </a:solidFill>
              </a:rPr>
              <a:t>smells/tastes/looks</a:t>
            </a:r>
            <a:r>
              <a:rPr lang="en-US" altLang="zh-CN" b="1" u="sng">
                <a:solidFill>
                  <a:schemeClr val="tx1"/>
                </a:solidFill>
              </a:rPr>
              <a:t> good.</a:t>
            </a:r>
            <a:endParaRPr lang="en-US" altLang="zh-CN" b="1" u="sng">
              <a:solidFill>
                <a:schemeClr val="tx1"/>
              </a:solidFill>
            </a:endParaRPr>
          </a:p>
          <a:p>
            <a:r>
              <a:rPr lang="en-US" altLang="zh-CN" b="1" u="sng">
                <a:solidFill>
                  <a:schemeClr val="tx1"/>
                </a:solidFill>
              </a:rPr>
              <a:t>I</a:t>
            </a:r>
            <a:r>
              <a:rPr lang="en-US" altLang="zh-CN" b="1" u="sng">
                <a:solidFill>
                  <a:srgbClr val="7030A0"/>
                </a:solidFill>
              </a:rPr>
              <a:t> feel</a:t>
            </a:r>
            <a:r>
              <a:rPr lang="en-US" altLang="zh-CN" b="1" u="sng">
                <a:solidFill>
                  <a:schemeClr val="tx1"/>
                </a:solidFill>
              </a:rPr>
              <a:t> comfortable./This idea </a:t>
            </a:r>
            <a:r>
              <a:rPr lang="en-US" altLang="zh-CN" b="1" u="sng">
                <a:solidFill>
                  <a:srgbClr val="7030A0"/>
                </a:solidFill>
              </a:rPr>
              <a:t>sounds</a:t>
            </a:r>
            <a:r>
              <a:rPr lang="en-US" altLang="zh-CN" b="1" u="sng">
                <a:solidFill>
                  <a:schemeClr val="tx1"/>
                </a:solidFill>
              </a:rPr>
              <a:t> great.</a:t>
            </a:r>
            <a:endParaRPr lang="en-US" altLang="zh-CN" b="1" u="sng">
              <a:solidFill>
                <a:schemeClr val="tx1"/>
              </a:solidFill>
            </a:endParaRPr>
          </a:p>
          <a:p>
            <a:r>
              <a:rPr lang="en-US" altLang="zh-CN" b="1" u="sng">
                <a:solidFill>
                  <a:schemeClr val="tx1"/>
                </a:solidFill>
              </a:rPr>
              <a:t>From 1993 to 2003, the proportion of girls kept stable.</a:t>
            </a:r>
            <a:endParaRPr lang="en-US" altLang="zh-CN" b="1" u="sng">
              <a:solidFill>
                <a:schemeClr val="tx1"/>
              </a:solidFill>
            </a:endParaRPr>
          </a:p>
          <a:p>
            <a:r>
              <a:rPr lang="en-US" altLang="zh-CN" b="1" u="sng">
                <a:solidFill>
                  <a:schemeClr val="tx1"/>
                </a:solidFill>
              </a:rPr>
              <a:t>Between 2002 and 2012, the consumption of beef remained unchanged.</a:t>
            </a:r>
            <a:endParaRPr lang="en-US" altLang="zh-CN" b="1" u="sng">
              <a:solidFill>
                <a:schemeClr val="tx1"/>
              </a:solidFill>
            </a:endParaRPr>
          </a:p>
          <a:p>
            <a:r>
              <a:rPr lang="en-US" altLang="zh-CN" b="1" u="sng">
                <a:solidFill>
                  <a:schemeClr val="tx1"/>
                </a:solidFill>
              </a:rPr>
              <a:t>The sales stayed steady.</a:t>
            </a:r>
            <a:endParaRPr lang="en-US" altLang="zh-CN" b="1" u="sng">
              <a:solidFill>
                <a:schemeClr val="tx1"/>
              </a:solidFill>
            </a:endParaRPr>
          </a:p>
          <a:p>
            <a:endParaRPr lang="en-US" altLang="zh-CN" b="1" u="sng">
              <a:solidFill>
                <a:schemeClr val="tx1"/>
              </a:solidFill>
            </a:endParaRPr>
          </a:p>
          <a:p>
            <a:endParaRPr lang="en-US" altLang="zh-CN">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 calcmode="lin" valueType="num">
                                      <p:cBhvr additive="base">
                                        <p:cTn id="3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7" end="7"/>
                                            </p:txEl>
                                          </p:spTgt>
                                        </p:tgtEl>
                                        <p:attrNameLst>
                                          <p:attrName>style.visibility</p:attrName>
                                        </p:attrNameLst>
                                      </p:cBhvr>
                                      <p:to>
                                        <p:strVal val="visible"/>
                                      </p:to>
                                    </p:set>
                                    <p:anim calcmode="lin" valueType="num">
                                      <p:cBhvr additive="base">
                                        <p:cTn id="4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8" end="8"/>
                                            </p:txEl>
                                          </p:spTgt>
                                        </p:tgtEl>
                                        <p:attrNameLst>
                                          <p:attrName>style.visibility</p:attrName>
                                        </p:attrNameLst>
                                      </p:cBhvr>
                                      <p:to>
                                        <p:strVal val="visible"/>
                                      </p:to>
                                    </p:set>
                                    <p:anim calcmode="lin" valueType="num">
                                      <p:cBhvr additive="base">
                                        <p:cTn id="49"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35610" y="29210"/>
            <a:ext cx="8890635" cy="1275715"/>
          </a:xfrm>
        </p:spPr>
        <p:txBody>
          <a:bodyPr/>
          <a:p>
            <a:r>
              <a:rPr lang="zh-CN" altLang="en-US">
                <a:solidFill>
                  <a:schemeClr val="tx1"/>
                </a:solidFill>
              </a:rPr>
              <a:t>①</a:t>
            </a:r>
            <a:r>
              <a:rPr lang="en-US" altLang="zh-CN">
                <a:solidFill>
                  <a:schemeClr val="tx1"/>
                </a:solidFill>
              </a:rPr>
              <a:t> </a:t>
            </a:r>
            <a:r>
              <a:rPr lang="zh-CN" altLang="en-US">
                <a:solidFill>
                  <a:schemeClr val="tx1"/>
                </a:solidFill>
              </a:rPr>
              <a:t>主（名词</a:t>
            </a:r>
            <a:r>
              <a:rPr lang="en-US" altLang="zh-CN">
                <a:solidFill>
                  <a:schemeClr val="tx1"/>
                </a:solidFill>
              </a:rPr>
              <a:t>/</a:t>
            </a:r>
            <a:r>
              <a:rPr lang="zh-CN" altLang="en-US">
                <a:solidFill>
                  <a:schemeClr val="tx1"/>
                </a:solidFill>
              </a:rPr>
              <a:t>代词</a:t>
            </a:r>
            <a:r>
              <a:rPr lang="en-US" altLang="zh-CN">
                <a:solidFill>
                  <a:schemeClr val="tx1"/>
                </a:solidFill>
              </a:rPr>
              <a:t>/</a:t>
            </a:r>
            <a:r>
              <a:rPr lang="zh-CN" altLang="en-US">
                <a:solidFill>
                  <a:schemeClr val="tx1"/>
                </a:solidFill>
              </a:rPr>
              <a:t>动名词）</a:t>
            </a:r>
            <a:r>
              <a:rPr lang="en-US" altLang="zh-CN">
                <a:solidFill>
                  <a:schemeClr val="tx1"/>
                </a:solidFill>
              </a:rPr>
              <a:t>   </a:t>
            </a:r>
            <a:r>
              <a:rPr lang="zh-CN" altLang="en-US">
                <a:solidFill>
                  <a:schemeClr val="tx1"/>
                </a:solidFill>
              </a:rPr>
              <a:t>系（</a:t>
            </a:r>
            <a:r>
              <a:rPr lang="en-US" altLang="zh-CN">
                <a:solidFill>
                  <a:schemeClr val="tx1"/>
                </a:solidFill>
              </a:rPr>
              <a:t>be</a:t>
            </a:r>
            <a:r>
              <a:rPr lang="zh-CN" altLang="en-US">
                <a:solidFill>
                  <a:schemeClr val="tx1"/>
                </a:solidFill>
              </a:rPr>
              <a:t>）</a:t>
            </a:r>
            <a:r>
              <a:rPr lang="en-US" altLang="zh-CN">
                <a:solidFill>
                  <a:schemeClr val="tx1"/>
                </a:solidFill>
              </a:rPr>
              <a:t>   </a:t>
            </a:r>
            <a:r>
              <a:rPr lang="zh-CN" altLang="en-US">
                <a:solidFill>
                  <a:schemeClr val="tx1"/>
                </a:solidFill>
              </a:rPr>
              <a:t>表</a:t>
            </a:r>
            <a:r>
              <a:rPr lang="en-US" altLang="zh-CN">
                <a:solidFill>
                  <a:schemeClr val="tx1"/>
                </a:solidFill>
              </a:rPr>
              <a:t>(</a:t>
            </a:r>
            <a:r>
              <a:rPr lang="en-US" altLang="zh-CN" b="1" u="sng">
                <a:solidFill>
                  <a:srgbClr val="0070C0"/>
                </a:solidFill>
                <a:latin typeface="+mn-lt"/>
                <a:ea typeface="+mn-ea"/>
                <a:cs typeface="+mn-cs"/>
              </a:rPr>
              <a:t>名词</a:t>
            </a:r>
            <a:r>
              <a:rPr lang="en-US" altLang="zh-CN">
                <a:solidFill>
                  <a:schemeClr val="tx1"/>
                </a:solidFill>
              </a:rPr>
              <a:t>/</a:t>
            </a:r>
            <a:r>
              <a:rPr lang="zh-CN" altLang="en-US" u="sng">
                <a:solidFill>
                  <a:srgbClr val="FF0000"/>
                </a:solidFill>
              </a:rPr>
              <a:t>形容词</a:t>
            </a:r>
            <a:r>
              <a:rPr lang="en-US" altLang="zh-CN">
                <a:solidFill>
                  <a:schemeClr val="tx1"/>
                </a:solidFill>
              </a:rPr>
              <a:t>/</a:t>
            </a:r>
            <a:r>
              <a:rPr lang="zh-CN" altLang="en-US">
                <a:solidFill>
                  <a:schemeClr val="tx1"/>
                </a:solidFill>
              </a:rPr>
              <a:t>介词</a:t>
            </a:r>
            <a:r>
              <a:rPr lang="en-US" altLang="zh-CN">
                <a:solidFill>
                  <a:schemeClr val="tx1"/>
                </a:solidFill>
              </a:rPr>
              <a:t>/</a:t>
            </a:r>
            <a:r>
              <a:rPr lang="zh-CN" altLang="en-US">
                <a:solidFill>
                  <a:schemeClr val="tx1"/>
                </a:solidFill>
              </a:rPr>
              <a:t>不定式</a:t>
            </a:r>
            <a:r>
              <a:rPr lang="en-US" altLang="zh-CN">
                <a:solidFill>
                  <a:schemeClr val="tx1"/>
                </a:solidFill>
              </a:rPr>
              <a:t>)</a:t>
            </a:r>
            <a:endParaRPr lang="en-US" altLang="zh-CN">
              <a:solidFill>
                <a:schemeClr val="tx1"/>
              </a:solidFill>
            </a:endParaRPr>
          </a:p>
        </p:txBody>
      </p:sp>
      <p:sp>
        <p:nvSpPr>
          <p:cNvPr id="3" name="内容占位符 2"/>
          <p:cNvSpPr>
            <a:spLocks noGrp="1"/>
          </p:cNvSpPr>
          <p:nvPr>
            <p:ph idx="1"/>
          </p:nvPr>
        </p:nvSpPr>
        <p:spPr>
          <a:xfrm>
            <a:off x="481330" y="1363345"/>
            <a:ext cx="8844915" cy="3369310"/>
          </a:xfrm>
        </p:spPr>
        <p:txBody>
          <a:bodyPr/>
          <a:p>
            <a:r>
              <a:rPr lang="en-US" altLang="zh-CN">
                <a:solidFill>
                  <a:schemeClr val="tx1"/>
                </a:solidFill>
              </a:rPr>
              <a:t>From 1993 to 1998, the proportion of girls </a:t>
            </a:r>
            <a:r>
              <a:rPr lang="en-US" altLang="zh-CN" b="1" u="sng">
                <a:solidFill>
                  <a:srgbClr val="0070C0"/>
                </a:solidFill>
              </a:rPr>
              <a:t>kept</a:t>
            </a:r>
            <a:r>
              <a:rPr lang="en-US" altLang="zh-CN">
                <a:solidFill>
                  <a:schemeClr val="tx1"/>
                </a:solidFill>
              </a:rPr>
              <a:t> </a:t>
            </a:r>
            <a:r>
              <a:rPr lang="en-US" altLang="zh-CN" b="1" u="sng">
                <a:solidFill>
                  <a:srgbClr val="FF0000"/>
                </a:solidFill>
              </a:rPr>
              <a:t>stable</a:t>
            </a:r>
            <a:r>
              <a:rPr lang="en-US" altLang="zh-CN">
                <a:solidFill>
                  <a:schemeClr val="tx1"/>
                </a:solidFill>
              </a:rPr>
              <a:t>.</a:t>
            </a:r>
            <a:endParaRPr lang="en-US" altLang="zh-CN">
              <a:solidFill>
                <a:schemeClr val="tx1"/>
              </a:solidFill>
            </a:endParaRPr>
          </a:p>
          <a:p>
            <a:r>
              <a:rPr lang="en-US" altLang="zh-CN">
                <a:solidFill>
                  <a:schemeClr val="tx1"/>
                </a:solidFill>
              </a:rPr>
              <a:t>Between1993 and 1998, the figure </a:t>
            </a:r>
            <a:r>
              <a:rPr lang="en-US" altLang="zh-CN" b="1" u="sng">
                <a:solidFill>
                  <a:srgbClr val="0070C0"/>
                </a:solidFill>
              </a:rPr>
              <a:t>remained</a:t>
            </a:r>
            <a:r>
              <a:rPr lang="en-US" altLang="zh-CN">
                <a:solidFill>
                  <a:schemeClr val="tx1"/>
                </a:solidFill>
              </a:rPr>
              <a:t> </a:t>
            </a:r>
            <a:r>
              <a:rPr lang="en-US" altLang="zh-CN" b="1" u="sng">
                <a:solidFill>
                  <a:srgbClr val="FF0000"/>
                </a:solidFill>
              </a:rPr>
              <a:t>unchanged</a:t>
            </a:r>
            <a:r>
              <a:rPr lang="en-US" altLang="zh-CN">
                <a:solidFill>
                  <a:schemeClr val="tx1"/>
                </a:solidFill>
              </a:rPr>
              <a:t>.</a:t>
            </a:r>
            <a:endParaRPr lang="en-US" altLang="zh-CN">
              <a:solidFill>
                <a:schemeClr val="tx1"/>
              </a:solidFill>
            </a:endParaRPr>
          </a:p>
          <a:p>
            <a:r>
              <a:rPr lang="en-US" altLang="zh-CN">
                <a:solidFill>
                  <a:schemeClr val="tx1"/>
                </a:solidFill>
              </a:rPr>
              <a:t>The sales </a:t>
            </a:r>
            <a:r>
              <a:rPr lang="en-US" altLang="zh-CN" b="1" u="sng">
                <a:solidFill>
                  <a:srgbClr val="0070C0"/>
                </a:solidFill>
              </a:rPr>
              <a:t>stayed </a:t>
            </a:r>
            <a:r>
              <a:rPr lang="en-US" altLang="zh-CN" b="1" u="sng">
                <a:solidFill>
                  <a:srgbClr val="FF0000"/>
                </a:solidFill>
              </a:rPr>
              <a:t>steady</a:t>
            </a:r>
            <a:r>
              <a:rPr lang="en-US" altLang="zh-CN">
                <a:solidFill>
                  <a:schemeClr val="tx1"/>
                </a:solidFill>
              </a:rPr>
              <a:t>.</a:t>
            </a:r>
            <a:endParaRPr lang="en-US" altLang="zh-CN">
              <a:solidFill>
                <a:schemeClr val="tx1"/>
              </a:solidFill>
            </a:endParaRPr>
          </a:p>
          <a:p>
            <a:endParaRPr lang="en-US" altLang="zh-CN">
              <a:solidFill>
                <a:schemeClr val="tx1"/>
              </a:solidFill>
            </a:endParaRPr>
          </a:p>
        </p:txBody>
      </p:sp>
      <mc:AlternateContent xmlns:mc="http://schemas.openxmlformats.org/markup-compatibility/2006" xmlns:p14="http://schemas.microsoft.com/office/powerpoint/2010/main">
        <mc:Choice Requires="p14">
          <p:contentPart r:id="rId1" p14:bwMode="auto">
            <p14:nvContentPartPr>
              <p14:cNvPr id="7" name="墨迹 6"/>
              <p14:cNvContentPartPr/>
              <p14:nvPr/>
            </p14:nvContentPartPr>
            <p14:xfrm>
              <a:off x="4826635" y="4218305"/>
              <a:ext cx="9525" cy="360"/>
            </p14:xfrm>
          </p:contentPart>
        </mc:Choice>
        <mc:Fallback xmlns="">
          <p:pic>
            <p:nvPicPr>
              <p:cNvPr id="7" name="墨迹 6"/>
            </p:nvPicPr>
            <p:blipFill>
              <a:blip r:embed="rId2"/>
            </p:blipFill>
            <p:spPr>
              <a:xfrm>
                <a:off x="4826635" y="4218305"/>
                <a:ext cx="9525" cy="360"/>
              </a:xfrm>
              <a:prstGeom prst="rect"/>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35610" y="29210"/>
            <a:ext cx="8890635" cy="1275715"/>
          </a:xfrm>
        </p:spPr>
        <p:txBody>
          <a:bodyPr/>
          <a:p>
            <a:r>
              <a:rPr lang="zh-CN" altLang="en-US">
                <a:solidFill>
                  <a:schemeClr val="tx1"/>
                </a:solidFill>
              </a:rPr>
              <a:t>①</a:t>
            </a:r>
            <a:r>
              <a:rPr lang="en-US" altLang="zh-CN">
                <a:solidFill>
                  <a:schemeClr val="tx1"/>
                </a:solidFill>
              </a:rPr>
              <a:t> </a:t>
            </a:r>
            <a:r>
              <a:rPr lang="zh-CN" altLang="en-US">
                <a:solidFill>
                  <a:schemeClr val="tx1"/>
                </a:solidFill>
              </a:rPr>
              <a:t>主（名词</a:t>
            </a:r>
            <a:r>
              <a:rPr lang="en-US" altLang="zh-CN">
                <a:solidFill>
                  <a:schemeClr val="tx1"/>
                </a:solidFill>
              </a:rPr>
              <a:t>/</a:t>
            </a:r>
            <a:r>
              <a:rPr lang="zh-CN" altLang="en-US">
                <a:solidFill>
                  <a:schemeClr val="tx1"/>
                </a:solidFill>
              </a:rPr>
              <a:t>代词</a:t>
            </a:r>
            <a:r>
              <a:rPr lang="en-US" altLang="zh-CN">
                <a:solidFill>
                  <a:schemeClr val="tx1"/>
                </a:solidFill>
              </a:rPr>
              <a:t>/</a:t>
            </a:r>
            <a:r>
              <a:rPr lang="zh-CN" altLang="en-US">
                <a:solidFill>
                  <a:schemeClr val="tx1"/>
                </a:solidFill>
              </a:rPr>
              <a:t>动名词）</a:t>
            </a:r>
            <a:r>
              <a:rPr lang="en-US" altLang="zh-CN">
                <a:solidFill>
                  <a:schemeClr val="tx1"/>
                </a:solidFill>
              </a:rPr>
              <a:t>   </a:t>
            </a:r>
            <a:r>
              <a:rPr lang="zh-CN" altLang="en-US">
                <a:solidFill>
                  <a:schemeClr val="tx1"/>
                </a:solidFill>
              </a:rPr>
              <a:t>系（</a:t>
            </a:r>
            <a:r>
              <a:rPr lang="en-US" altLang="zh-CN">
                <a:solidFill>
                  <a:schemeClr val="tx1"/>
                </a:solidFill>
              </a:rPr>
              <a:t>be</a:t>
            </a:r>
            <a:r>
              <a:rPr lang="zh-CN" altLang="en-US">
                <a:solidFill>
                  <a:schemeClr val="tx1"/>
                </a:solidFill>
              </a:rPr>
              <a:t>）</a:t>
            </a:r>
            <a:r>
              <a:rPr lang="en-US" altLang="zh-CN">
                <a:solidFill>
                  <a:schemeClr val="tx1"/>
                </a:solidFill>
              </a:rPr>
              <a:t>   </a:t>
            </a:r>
            <a:r>
              <a:rPr lang="zh-CN" altLang="en-US">
                <a:solidFill>
                  <a:schemeClr val="tx1"/>
                </a:solidFill>
              </a:rPr>
              <a:t>表</a:t>
            </a:r>
            <a:r>
              <a:rPr lang="en-US" altLang="zh-CN">
                <a:solidFill>
                  <a:schemeClr val="tx1"/>
                </a:solidFill>
              </a:rPr>
              <a:t>(</a:t>
            </a:r>
            <a:r>
              <a:rPr lang="en-US" altLang="zh-CN" b="1" u="sng">
                <a:solidFill>
                  <a:srgbClr val="0070C0"/>
                </a:solidFill>
                <a:latin typeface="+mn-lt"/>
                <a:ea typeface="+mn-ea"/>
                <a:cs typeface="+mn-cs"/>
              </a:rPr>
              <a:t>名词</a:t>
            </a:r>
            <a:r>
              <a:rPr lang="en-US" altLang="zh-CN">
                <a:solidFill>
                  <a:schemeClr val="tx1"/>
                </a:solidFill>
              </a:rPr>
              <a:t>/</a:t>
            </a:r>
            <a:r>
              <a:rPr lang="zh-CN" altLang="en-US" u="sng">
                <a:solidFill>
                  <a:srgbClr val="FF0000"/>
                </a:solidFill>
              </a:rPr>
              <a:t>形容词</a:t>
            </a:r>
            <a:r>
              <a:rPr lang="en-US" altLang="zh-CN">
                <a:solidFill>
                  <a:schemeClr val="tx1"/>
                </a:solidFill>
              </a:rPr>
              <a:t>/</a:t>
            </a:r>
            <a:r>
              <a:rPr lang="zh-CN" altLang="en-US" u="sng">
                <a:solidFill>
                  <a:srgbClr val="00B050"/>
                </a:solidFill>
              </a:rPr>
              <a:t>介词</a:t>
            </a:r>
            <a:r>
              <a:rPr lang="en-US" altLang="zh-CN">
                <a:solidFill>
                  <a:schemeClr val="tx1"/>
                </a:solidFill>
              </a:rPr>
              <a:t>/</a:t>
            </a:r>
            <a:r>
              <a:rPr lang="zh-CN" altLang="en-US">
                <a:solidFill>
                  <a:schemeClr val="tx1"/>
                </a:solidFill>
              </a:rPr>
              <a:t>不定式</a:t>
            </a:r>
            <a:r>
              <a:rPr lang="en-US" altLang="zh-CN">
                <a:solidFill>
                  <a:schemeClr val="tx1"/>
                </a:solidFill>
              </a:rPr>
              <a:t>)</a:t>
            </a:r>
            <a:endParaRPr lang="en-US" altLang="zh-CN">
              <a:solidFill>
                <a:schemeClr val="tx1"/>
              </a:solidFill>
            </a:endParaRPr>
          </a:p>
        </p:txBody>
      </p:sp>
      <p:sp>
        <p:nvSpPr>
          <p:cNvPr id="3" name="内容占位符 2"/>
          <p:cNvSpPr>
            <a:spLocks noGrp="1"/>
          </p:cNvSpPr>
          <p:nvPr>
            <p:ph idx="1"/>
          </p:nvPr>
        </p:nvSpPr>
        <p:spPr>
          <a:xfrm>
            <a:off x="164465" y="1118870"/>
            <a:ext cx="9613900" cy="4240530"/>
          </a:xfrm>
        </p:spPr>
        <p:txBody>
          <a:bodyPr/>
          <a:p>
            <a:r>
              <a:rPr lang="en-US" altLang="zh-CN">
                <a:solidFill>
                  <a:schemeClr val="tx1"/>
                </a:solidFill>
              </a:rPr>
              <a:t> I </a:t>
            </a:r>
            <a:r>
              <a:rPr lang="en-US" altLang="zh-CN">
                <a:solidFill>
                  <a:schemeClr val="tx1"/>
                </a:solidFill>
                <a:highlight>
                  <a:srgbClr val="FFFF00"/>
                </a:highlight>
              </a:rPr>
              <a:t>am</a:t>
            </a:r>
            <a:r>
              <a:rPr lang="en-US" altLang="zh-CN">
                <a:solidFill>
                  <a:schemeClr val="tx1"/>
                </a:solidFill>
              </a:rPr>
              <a:t> </a:t>
            </a:r>
            <a:r>
              <a:rPr b="1" u="sng">
                <a:solidFill>
                  <a:srgbClr val="00B050"/>
                </a:solidFill>
                <a:latin typeface="Comic Sans MS" panose="030F0702030302020204" pitchFamily="66" charset="0"/>
                <a:ea typeface="+mj-ea"/>
                <a:cs typeface="微软雅黑" panose="020B0503020204020204" charset="-122"/>
              </a:rPr>
              <a:t>at school</a:t>
            </a:r>
            <a:r>
              <a:rPr lang="en-US" altLang="zh-CN">
                <a:solidFill>
                  <a:schemeClr val="tx1"/>
                </a:solidFill>
              </a:rPr>
              <a:t>.They</a:t>
            </a:r>
            <a:r>
              <a:rPr lang="en-US" altLang="zh-CN">
                <a:solidFill>
                  <a:schemeClr val="tx1"/>
                </a:solidFill>
                <a:highlight>
                  <a:srgbClr val="FFFF00"/>
                </a:highlight>
              </a:rPr>
              <a:t> are</a:t>
            </a:r>
            <a:r>
              <a:rPr lang="en-US" altLang="zh-CN">
                <a:solidFill>
                  <a:schemeClr val="tx1"/>
                </a:solidFill>
              </a:rPr>
              <a:t> </a:t>
            </a:r>
            <a:r>
              <a:rPr b="1" u="sng">
                <a:solidFill>
                  <a:srgbClr val="00B050"/>
                </a:solidFill>
                <a:latin typeface="Comic Sans MS" panose="030F0702030302020204" pitchFamily="66" charset="0"/>
                <a:ea typeface="+mj-ea"/>
                <a:cs typeface="微软雅黑" panose="020B0503020204020204" charset="-122"/>
              </a:rPr>
              <a:t>with their parents</a:t>
            </a:r>
            <a:r>
              <a:rPr lang="en-US" altLang="zh-CN">
                <a:solidFill>
                  <a:schemeClr val="tx1"/>
                </a:solidFill>
              </a:rPr>
              <a:t>.</a:t>
            </a:r>
            <a:endParaRPr lang="en-US" altLang="zh-CN">
              <a:solidFill>
                <a:schemeClr val="tx1"/>
              </a:solidFill>
            </a:endParaRPr>
          </a:p>
          <a:p>
            <a:r>
              <a:rPr lang="en-US" altLang="zh-CN">
                <a:solidFill>
                  <a:schemeClr val="tx1"/>
                </a:solidFill>
              </a:rPr>
              <a:t>The monkeys</a:t>
            </a:r>
            <a:r>
              <a:rPr lang="en-US" altLang="zh-CN">
                <a:solidFill>
                  <a:schemeClr val="tx1"/>
                </a:solidFill>
                <a:highlight>
                  <a:srgbClr val="FFFF00"/>
                </a:highlight>
              </a:rPr>
              <a:t> are</a:t>
            </a:r>
            <a:r>
              <a:rPr lang="en-US" altLang="zh-CN">
                <a:solidFill>
                  <a:schemeClr val="tx1"/>
                </a:solidFill>
              </a:rPr>
              <a:t> </a:t>
            </a:r>
            <a:r>
              <a:rPr b="1" u="sng">
                <a:solidFill>
                  <a:srgbClr val="00B050"/>
                </a:solidFill>
                <a:latin typeface="Comic Sans MS" panose="030F0702030302020204" pitchFamily="66" charset="0"/>
                <a:ea typeface="+mj-ea"/>
                <a:cs typeface="微软雅黑" panose="020B0503020204020204" charset="-122"/>
              </a:rPr>
              <a:t>on trees</a:t>
            </a:r>
            <a:r>
              <a:rPr lang="en-US" altLang="zh-CN">
                <a:solidFill>
                  <a:schemeClr val="tx1"/>
                </a:solidFill>
              </a:rPr>
              <a:t>.</a:t>
            </a:r>
            <a:endParaRPr lang="en-US" altLang="zh-CN">
              <a:solidFill>
                <a:schemeClr val="tx1"/>
              </a:solidFill>
            </a:endParaRPr>
          </a:p>
          <a:p>
            <a:r>
              <a:rPr lang="en-US" altLang="zh-CN">
                <a:solidFill>
                  <a:schemeClr val="tx1"/>
                </a:solidFill>
              </a:rPr>
              <a:t>Learning English</a:t>
            </a:r>
            <a:r>
              <a:rPr lang="en-US" altLang="zh-CN">
                <a:solidFill>
                  <a:schemeClr val="tx1"/>
                </a:solidFill>
                <a:highlight>
                  <a:srgbClr val="FFFF00"/>
                </a:highlight>
              </a:rPr>
              <a:t> is</a:t>
            </a:r>
            <a:r>
              <a:rPr b="1" u="sng">
                <a:solidFill>
                  <a:srgbClr val="00B050"/>
                </a:solidFill>
                <a:latin typeface="Comic Sans MS" panose="030F0702030302020204" pitchFamily="66" charset="0"/>
                <a:ea typeface="+mj-ea"/>
                <a:cs typeface="微软雅黑" panose="020B0503020204020204" charset="-122"/>
              </a:rPr>
              <a:t> of great importance</a:t>
            </a:r>
            <a:r>
              <a:rPr lang="en-US" altLang="zh-CN">
                <a:solidFill>
                  <a:schemeClr val="tx1"/>
                </a:solidFill>
              </a:rPr>
              <a:t>.</a:t>
            </a:r>
            <a:r>
              <a:rPr>
                <a:solidFill>
                  <a:schemeClr val="tx1"/>
                </a:solidFill>
              </a:rPr>
              <a:t>极具重要性</a:t>
            </a:r>
            <a:endParaRPr>
              <a:solidFill>
                <a:schemeClr val="tx1"/>
              </a:solidFill>
            </a:endParaRPr>
          </a:p>
          <a:p>
            <a:r>
              <a:rPr lang="en-US" altLang="zh-CN">
                <a:solidFill>
                  <a:schemeClr val="tx1"/>
                </a:solidFill>
              </a:rPr>
              <a:t>Driving private cars</a:t>
            </a:r>
            <a:r>
              <a:rPr lang="en-US" altLang="zh-CN">
                <a:solidFill>
                  <a:schemeClr val="tx1"/>
                </a:solidFill>
                <a:highlight>
                  <a:srgbClr val="FFFF00"/>
                </a:highlight>
              </a:rPr>
              <a:t> is </a:t>
            </a:r>
            <a:r>
              <a:rPr b="1" u="sng">
                <a:solidFill>
                  <a:srgbClr val="00B050"/>
                </a:solidFill>
                <a:latin typeface="Comic Sans MS" panose="030F0702030302020204" pitchFamily="66" charset="0"/>
                <a:ea typeface="+mj-ea"/>
                <a:cs typeface="微软雅黑" panose="020B0503020204020204" charset="-122"/>
              </a:rPr>
              <a:t>of great convenience</a:t>
            </a:r>
            <a:r>
              <a:rPr lang="en-US" altLang="zh-CN">
                <a:solidFill>
                  <a:schemeClr val="tx1"/>
                </a:solidFill>
              </a:rPr>
              <a:t>. </a:t>
            </a:r>
            <a:r>
              <a:rPr>
                <a:solidFill>
                  <a:schemeClr val="tx1"/>
                </a:solidFill>
              </a:rPr>
              <a:t>很方便</a:t>
            </a:r>
            <a:endParaRPr lang="en-US" altLang="zh-CN">
              <a:solidFill>
                <a:schemeClr val="tx1"/>
              </a:solidFill>
            </a:endParaRPr>
          </a:p>
          <a:p>
            <a:r>
              <a:rPr lang="en-US" altLang="zh-CN">
                <a:solidFill>
                  <a:schemeClr val="tx1"/>
                </a:solidFill>
              </a:rPr>
              <a:t>Maintaining old buildings</a:t>
            </a:r>
            <a:r>
              <a:rPr lang="en-US" altLang="zh-CN">
                <a:solidFill>
                  <a:schemeClr val="tx1"/>
                </a:solidFill>
                <a:highlight>
                  <a:srgbClr val="FFFF00"/>
                </a:highlight>
              </a:rPr>
              <a:t> is </a:t>
            </a:r>
            <a:r>
              <a:rPr b="1" u="sng">
                <a:solidFill>
                  <a:srgbClr val="00B050"/>
                </a:solidFill>
                <a:latin typeface="Comic Sans MS" panose="030F0702030302020204" pitchFamily="66" charset="0"/>
                <a:ea typeface="+mj-ea"/>
                <a:cs typeface="微软雅黑" panose="020B0503020204020204" charset="-122"/>
              </a:rPr>
              <a:t>of great significance</a:t>
            </a:r>
            <a:r>
              <a:rPr lang="en-US" altLang="zh-CN">
                <a:solidFill>
                  <a:schemeClr val="tx1"/>
                </a:solidFill>
              </a:rPr>
              <a:t>. </a:t>
            </a:r>
            <a:r>
              <a:rPr>
                <a:solidFill>
                  <a:schemeClr val="tx1"/>
                </a:solidFill>
              </a:rPr>
              <a:t>有意义</a:t>
            </a:r>
            <a:endParaRPr>
              <a:solidFill>
                <a:schemeClr val="tx1"/>
              </a:solidFill>
            </a:endParaRPr>
          </a:p>
          <a:p>
            <a:r>
              <a:rPr lang="en-US" altLang="zh-CN">
                <a:solidFill>
                  <a:schemeClr val="tx1"/>
                </a:solidFill>
              </a:rPr>
              <a:t>I </a:t>
            </a:r>
            <a:r>
              <a:rPr lang="en-US" altLang="zh-CN">
                <a:solidFill>
                  <a:schemeClr val="tx1"/>
                </a:solidFill>
                <a:highlight>
                  <a:srgbClr val="FFFF00"/>
                </a:highlight>
              </a:rPr>
              <a:t>am</a:t>
            </a:r>
            <a:r>
              <a:rPr lang="en-US" altLang="zh-CN">
                <a:solidFill>
                  <a:schemeClr val="tx1"/>
                </a:solidFill>
              </a:rPr>
              <a:t> </a:t>
            </a:r>
            <a:r>
              <a:rPr b="1" u="sng">
                <a:solidFill>
                  <a:srgbClr val="00B050"/>
                </a:solidFill>
                <a:latin typeface="Comic Sans MS" panose="030F0702030302020204" pitchFamily="66" charset="0"/>
                <a:ea typeface="+mj-ea"/>
                <a:cs typeface="微软雅黑" panose="020B0503020204020204" charset="-122"/>
              </a:rPr>
              <a:t>in favor of free college education</a:t>
            </a:r>
            <a:r>
              <a:rPr lang="en-US" altLang="zh-CN">
                <a:solidFill>
                  <a:schemeClr val="tx1"/>
                </a:solidFill>
              </a:rPr>
              <a:t>. </a:t>
            </a:r>
            <a:r>
              <a:rPr>
                <a:solidFill>
                  <a:schemeClr val="tx1"/>
                </a:solidFill>
              </a:rPr>
              <a:t>我支持</a:t>
            </a:r>
            <a:endParaRPr>
              <a:solidFill>
                <a:schemeClr val="tx1"/>
              </a:solidFill>
            </a:endParaRPr>
          </a:p>
          <a:p>
            <a:pPr algn="l">
              <a:buClrTx/>
              <a:buSzTx/>
            </a:pPr>
            <a:r>
              <a:rPr lang="en-US" altLang="zh-CN">
                <a:solidFill>
                  <a:schemeClr val="tx1"/>
                </a:solidFill>
              </a:rPr>
              <a:t>I </a:t>
            </a:r>
            <a:r>
              <a:rPr lang="en-US" altLang="zh-CN">
                <a:solidFill>
                  <a:schemeClr val="tx1"/>
                </a:solidFill>
                <a:highlight>
                  <a:srgbClr val="FFFF00"/>
                </a:highlight>
              </a:rPr>
              <a:t>am</a:t>
            </a:r>
            <a:r>
              <a:rPr lang="en-US" altLang="zh-CN">
                <a:solidFill>
                  <a:schemeClr val="tx1"/>
                </a:solidFill>
              </a:rPr>
              <a:t> </a:t>
            </a:r>
            <a:r>
              <a:rPr b="1" u="sng">
                <a:solidFill>
                  <a:srgbClr val="00B050"/>
                </a:solidFill>
                <a:latin typeface="Comic Sans MS" panose="030F0702030302020204" pitchFamily="66" charset="0"/>
                <a:ea typeface="+mj-ea"/>
                <a:cs typeface="微软雅黑" panose="020B0503020204020204" charset="-122"/>
              </a:rPr>
              <a:t>against animal testing.</a:t>
            </a:r>
            <a:r>
              <a:rPr lang="en-US" altLang="zh-CN" b="1" u="sng">
                <a:solidFill>
                  <a:srgbClr val="00B050"/>
                </a:solidFill>
                <a:latin typeface="Comic Sans MS" panose="030F0702030302020204" pitchFamily="66" charset="0"/>
                <a:ea typeface="+mj-ea"/>
                <a:cs typeface="微软雅黑" panose="020B0503020204020204" charset="-122"/>
              </a:rPr>
              <a:t> </a:t>
            </a:r>
            <a:r>
              <a:rPr>
                <a:solidFill>
                  <a:schemeClr val="tx1"/>
                </a:solidFill>
              </a:rPr>
              <a:t> 我反对</a:t>
            </a:r>
            <a:endParaRPr>
              <a:solidFill>
                <a:schemeClr val="tx1"/>
              </a:solidFill>
            </a:endParaRPr>
          </a:p>
          <a:p>
            <a:pPr algn="l">
              <a:buClrTx/>
              <a:buSzTx/>
            </a:pPr>
            <a:r>
              <a:rPr lang="en-US" altLang="zh-CN">
                <a:solidFill>
                  <a:schemeClr val="tx1"/>
                </a:solidFill>
              </a:rPr>
              <a:t>This</a:t>
            </a:r>
            <a:r>
              <a:rPr lang="en-US" altLang="zh-CN">
                <a:solidFill>
                  <a:schemeClr val="tx1"/>
                </a:solidFill>
                <a:highlight>
                  <a:srgbClr val="FFFF00"/>
                </a:highlight>
              </a:rPr>
              <a:t> is</a:t>
            </a:r>
            <a:r>
              <a:rPr lang="en-US" altLang="zh-CN">
                <a:solidFill>
                  <a:schemeClr val="tx1"/>
                </a:solidFill>
              </a:rPr>
              <a:t> </a:t>
            </a:r>
            <a:r>
              <a:rPr b="1" u="sng">
                <a:solidFill>
                  <a:srgbClr val="00B050"/>
                </a:solidFill>
                <a:latin typeface="Comic Sans MS" panose="030F0702030302020204" pitchFamily="66" charset="0"/>
                <a:ea typeface="+mj-ea"/>
                <a:cs typeface="微软雅黑" panose="020B0503020204020204" charset="-122"/>
              </a:rPr>
              <a:t>due to serious air pollution.</a:t>
            </a:r>
            <a:endParaRPr b="1" u="sng">
              <a:solidFill>
                <a:srgbClr val="00B050"/>
              </a:solidFill>
              <a:latin typeface="Comic Sans MS" panose="030F0702030302020204" pitchFamily="66" charset="0"/>
              <a:ea typeface="+mj-ea"/>
              <a:cs typeface="微软雅黑" panose="020B0503020204020204" charset="-122"/>
            </a:endParaRPr>
          </a:p>
          <a:p>
            <a:endParaRPr lang="en-US" altLang="zh-CN">
              <a:solidFill>
                <a:schemeClr val="tx1"/>
              </a:solidFill>
            </a:endParaRPr>
          </a:p>
        </p:txBody>
      </p:sp>
      <mc:AlternateContent xmlns:mc="http://schemas.openxmlformats.org/markup-compatibility/2006" xmlns:p14="http://schemas.microsoft.com/office/powerpoint/2010/main">
        <mc:Choice Requires="p14">
          <p:contentPart r:id="rId1" p14:bwMode="auto">
            <p14:nvContentPartPr>
              <p14:cNvPr id="6" name="墨迹 5"/>
              <p14:cNvContentPartPr/>
              <p14:nvPr/>
            </p14:nvContentPartPr>
            <p14:xfrm>
              <a:off x="6771005" y="767080"/>
              <a:ext cx="9525" cy="360"/>
            </p14:xfrm>
          </p:contentPart>
        </mc:Choice>
        <mc:Fallback xmlns="">
          <p:pic>
            <p:nvPicPr>
              <p:cNvPr id="6" name="墨迹 5"/>
            </p:nvPicPr>
            <p:blipFill>
              <a:blip r:embed="rId2"/>
            </p:blipFill>
            <p:spPr>
              <a:xfrm>
                <a:off x="6771005" y="767080"/>
                <a:ext cx="9525" cy="36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9" name="墨迹 8"/>
              <p14:cNvContentPartPr/>
              <p14:nvPr/>
            </p14:nvContentPartPr>
            <p14:xfrm>
              <a:off x="4140200" y="953135"/>
              <a:ext cx="9525" cy="360"/>
            </p14:xfrm>
          </p:contentPart>
        </mc:Choice>
        <mc:Fallback xmlns="">
          <p:pic>
            <p:nvPicPr>
              <p:cNvPr id="9" name="墨迹 8"/>
            </p:nvPicPr>
            <p:blipFill>
              <a:blip r:embed="rId2"/>
            </p:blipFill>
            <p:spPr>
              <a:xfrm>
                <a:off x="4140200" y="953135"/>
                <a:ext cx="9525" cy="360"/>
              </a:xfrm>
              <a:prstGeom prst="rect"/>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35610" y="29210"/>
            <a:ext cx="8890635" cy="1275715"/>
          </a:xfrm>
        </p:spPr>
        <p:txBody>
          <a:bodyPr/>
          <a:p>
            <a:r>
              <a:rPr lang="zh-CN" altLang="en-US">
                <a:solidFill>
                  <a:schemeClr val="tx1"/>
                </a:solidFill>
              </a:rPr>
              <a:t>①</a:t>
            </a:r>
            <a:r>
              <a:rPr lang="en-US" altLang="zh-CN">
                <a:solidFill>
                  <a:schemeClr val="tx1"/>
                </a:solidFill>
              </a:rPr>
              <a:t> </a:t>
            </a:r>
            <a:r>
              <a:rPr lang="zh-CN" altLang="en-US">
                <a:solidFill>
                  <a:schemeClr val="tx1"/>
                </a:solidFill>
              </a:rPr>
              <a:t>主（名词</a:t>
            </a:r>
            <a:r>
              <a:rPr lang="en-US" altLang="zh-CN">
                <a:solidFill>
                  <a:schemeClr val="tx1"/>
                </a:solidFill>
              </a:rPr>
              <a:t>/</a:t>
            </a:r>
            <a:r>
              <a:rPr lang="zh-CN" altLang="en-US">
                <a:solidFill>
                  <a:schemeClr val="tx1"/>
                </a:solidFill>
              </a:rPr>
              <a:t>代词</a:t>
            </a:r>
            <a:r>
              <a:rPr lang="en-US" altLang="zh-CN">
                <a:solidFill>
                  <a:schemeClr val="tx1"/>
                </a:solidFill>
              </a:rPr>
              <a:t>/</a:t>
            </a:r>
            <a:r>
              <a:rPr lang="zh-CN" altLang="en-US">
                <a:solidFill>
                  <a:schemeClr val="tx1"/>
                </a:solidFill>
              </a:rPr>
              <a:t>动名词）</a:t>
            </a:r>
            <a:r>
              <a:rPr lang="en-US" altLang="zh-CN">
                <a:solidFill>
                  <a:schemeClr val="tx1"/>
                </a:solidFill>
              </a:rPr>
              <a:t>   </a:t>
            </a:r>
            <a:r>
              <a:rPr lang="zh-CN" altLang="en-US">
                <a:solidFill>
                  <a:schemeClr val="tx1"/>
                </a:solidFill>
              </a:rPr>
              <a:t>系（</a:t>
            </a:r>
            <a:r>
              <a:rPr lang="en-US" altLang="zh-CN">
                <a:solidFill>
                  <a:schemeClr val="tx1"/>
                </a:solidFill>
              </a:rPr>
              <a:t>be</a:t>
            </a:r>
            <a:r>
              <a:rPr lang="zh-CN" altLang="en-US">
                <a:solidFill>
                  <a:schemeClr val="tx1"/>
                </a:solidFill>
              </a:rPr>
              <a:t>）</a:t>
            </a:r>
            <a:r>
              <a:rPr lang="en-US" altLang="zh-CN">
                <a:solidFill>
                  <a:schemeClr val="tx1"/>
                </a:solidFill>
              </a:rPr>
              <a:t>   </a:t>
            </a:r>
            <a:r>
              <a:rPr lang="zh-CN" altLang="en-US">
                <a:solidFill>
                  <a:schemeClr val="tx1"/>
                </a:solidFill>
              </a:rPr>
              <a:t>表</a:t>
            </a:r>
            <a:r>
              <a:rPr lang="en-US" altLang="zh-CN">
                <a:solidFill>
                  <a:schemeClr val="tx1"/>
                </a:solidFill>
              </a:rPr>
              <a:t>(</a:t>
            </a:r>
            <a:r>
              <a:rPr lang="en-US" altLang="zh-CN" b="1" u="sng">
                <a:solidFill>
                  <a:srgbClr val="0070C0"/>
                </a:solidFill>
                <a:latin typeface="+mn-lt"/>
                <a:ea typeface="+mn-ea"/>
                <a:cs typeface="+mn-cs"/>
              </a:rPr>
              <a:t>名词</a:t>
            </a:r>
            <a:r>
              <a:rPr lang="en-US" altLang="zh-CN">
                <a:solidFill>
                  <a:schemeClr val="tx1"/>
                </a:solidFill>
              </a:rPr>
              <a:t>/</a:t>
            </a:r>
            <a:r>
              <a:rPr lang="zh-CN" altLang="en-US" u="sng">
                <a:solidFill>
                  <a:srgbClr val="FF0000"/>
                </a:solidFill>
              </a:rPr>
              <a:t>形容词</a:t>
            </a:r>
            <a:r>
              <a:rPr lang="en-US" altLang="zh-CN">
                <a:solidFill>
                  <a:schemeClr val="tx1"/>
                </a:solidFill>
              </a:rPr>
              <a:t>/</a:t>
            </a:r>
            <a:r>
              <a:rPr lang="zh-CN" altLang="en-US" u="sng">
                <a:solidFill>
                  <a:srgbClr val="00B050"/>
                </a:solidFill>
              </a:rPr>
              <a:t>介词</a:t>
            </a:r>
            <a:r>
              <a:rPr lang="en-US" altLang="zh-CN">
                <a:solidFill>
                  <a:schemeClr val="tx1"/>
                </a:solidFill>
              </a:rPr>
              <a:t>/</a:t>
            </a:r>
            <a:r>
              <a:rPr lang="zh-CN" altLang="en-US" u="sng">
                <a:solidFill>
                  <a:srgbClr val="7030A0"/>
                </a:solidFill>
              </a:rPr>
              <a:t>不定式</a:t>
            </a:r>
            <a:r>
              <a:rPr lang="en-US" altLang="zh-CN">
                <a:solidFill>
                  <a:schemeClr val="tx1"/>
                </a:solidFill>
              </a:rPr>
              <a:t>)</a:t>
            </a:r>
            <a:endParaRPr lang="en-US" altLang="zh-CN">
              <a:solidFill>
                <a:schemeClr val="tx1"/>
              </a:solidFill>
            </a:endParaRPr>
          </a:p>
        </p:txBody>
      </p:sp>
      <p:sp>
        <p:nvSpPr>
          <p:cNvPr id="3" name="内容占位符 2"/>
          <p:cNvSpPr>
            <a:spLocks noGrp="1"/>
          </p:cNvSpPr>
          <p:nvPr>
            <p:ph idx="1"/>
          </p:nvPr>
        </p:nvSpPr>
        <p:spPr>
          <a:xfrm>
            <a:off x="164465" y="1118870"/>
            <a:ext cx="8827770" cy="4018280"/>
          </a:xfrm>
        </p:spPr>
        <p:txBody>
          <a:bodyPr/>
          <a:p>
            <a:r>
              <a:rPr lang="en-US" altLang="zh-CN">
                <a:solidFill>
                  <a:schemeClr val="tx1"/>
                </a:solidFill>
              </a:rPr>
              <a:t>The first step is </a:t>
            </a:r>
            <a:r>
              <a:rPr b="1" u="sng">
                <a:solidFill>
                  <a:srgbClr val="7030A0"/>
                </a:solidFill>
                <a:latin typeface="Comic Sans MS" panose="030F0702030302020204" pitchFamily="66" charset="0"/>
                <a:ea typeface="+mj-ea"/>
                <a:cs typeface="微软雅黑" panose="020B0503020204020204" charset="-122"/>
              </a:rPr>
              <a:t>to pick peaches from trees</a:t>
            </a:r>
            <a:r>
              <a:rPr lang="en-US" altLang="zh-CN" b="1">
                <a:solidFill>
                  <a:schemeClr val="tx1"/>
                </a:solidFill>
              </a:rPr>
              <a:t>.</a:t>
            </a:r>
            <a:endParaRPr lang="en-US" altLang="zh-CN" b="1">
              <a:solidFill>
                <a:schemeClr val="tx1"/>
              </a:solidFill>
            </a:endParaRPr>
          </a:p>
          <a:p>
            <a:pPr algn="l">
              <a:buClrTx/>
              <a:buSzTx/>
            </a:pPr>
            <a:r>
              <a:rPr lang="en-US" altLang="zh-CN">
                <a:solidFill>
                  <a:schemeClr val="tx1"/>
                </a:solidFill>
              </a:rPr>
              <a:t>The main responsibility of teachers is </a:t>
            </a:r>
            <a:r>
              <a:rPr b="1" u="sng">
                <a:solidFill>
                  <a:srgbClr val="7030A0"/>
                </a:solidFill>
                <a:latin typeface="Comic Sans MS" panose="030F0702030302020204" pitchFamily="66" charset="0"/>
                <a:ea typeface="+mj-ea"/>
                <a:cs typeface="微软雅黑" panose="020B0503020204020204" charset="-122"/>
              </a:rPr>
              <a:t>to impart knowkledge.</a:t>
            </a:r>
            <a:endParaRPr b="1" u="sng">
              <a:solidFill>
                <a:srgbClr val="7030A0"/>
              </a:solidFill>
              <a:latin typeface="Comic Sans MS" panose="030F0702030302020204" pitchFamily="66" charset="0"/>
              <a:ea typeface="+mj-ea"/>
              <a:cs typeface="微软雅黑" panose="020B0503020204020204" charset="-122"/>
            </a:endParaRPr>
          </a:p>
          <a:p>
            <a:pPr algn="l">
              <a:buClrTx/>
              <a:buSzTx/>
            </a:pPr>
            <a:r>
              <a:rPr lang="en-US" altLang="zh-CN">
                <a:solidFill>
                  <a:schemeClr val="tx1"/>
                </a:solidFill>
              </a:rPr>
              <a:t>The main responsibility of students is </a:t>
            </a:r>
            <a:r>
              <a:rPr lang="en-US" altLang="zh-CN" b="1" u="sng">
                <a:solidFill>
                  <a:srgbClr val="7030A0"/>
                </a:solidFill>
                <a:latin typeface="Comic Sans MS" panose="030F0702030302020204" pitchFamily="66" charset="0"/>
                <a:ea typeface="+mj-ea"/>
                <a:cs typeface="微软雅黑" panose="020B0503020204020204" charset="-122"/>
              </a:rPr>
              <a:t>to acquire knowledge and job-related skills.</a:t>
            </a:r>
            <a:endParaRPr lang="en-US" altLang="zh-CN" b="1" u="sng">
              <a:solidFill>
                <a:srgbClr val="7030A0"/>
              </a:solidFill>
              <a:latin typeface="Comic Sans MS" panose="030F0702030302020204" pitchFamily="66" charset="0"/>
              <a:ea typeface="+mj-ea"/>
              <a:cs typeface="微软雅黑" panose="020B0503020204020204" charset="-122"/>
            </a:endParaRPr>
          </a:p>
        </p:txBody>
      </p:sp>
      <mc:AlternateContent xmlns:mc="http://schemas.openxmlformats.org/markup-compatibility/2006" xmlns:p14="http://schemas.microsoft.com/office/powerpoint/2010/main">
        <mc:Choice Requires="p14">
          <p:contentPart r:id="rId1" p14:bwMode="auto">
            <p14:nvContentPartPr>
              <p14:cNvPr id="7" name="墨迹 6"/>
              <p14:cNvContentPartPr/>
              <p14:nvPr/>
            </p14:nvContentPartPr>
            <p14:xfrm>
              <a:off x="7952740" y="2192655"/>
              <a:ext cx="9525" cy="360"/>
            </p14:xfrm>
          </p:contentPart>
        </mc:Choice>
        <mc:Fallback xmlns="">
          <p:pic>
            <p:nvPicPr>
              <p:cNvPr id="7" name="墨迹 6"/>
            </p:nvPicPr>
            <p:blipFill>
              <a:blip r:embed="rId2"/>
            </p:blipFill>
            <p:spPr>
              <a:xfrm>
                <a:off x="7952740" y="2192655"/>
                <a:ext cx="9525" cy="360"/>
              </a:xfrm>
              <a:prstGeom prst="rect"/>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35610" y="29210"/>
            <a:ext cx="8890635" cy="1275715"/>
          </a:xfrm>
        </p:spPr>
        <p:txBody>
          <a:bodyPr/>
          <a:p>
            <a:r>
              <a:rPr lang="zh-CN" altLang="en-US">
                <a:solidFill>
                  <a:schemeClr val="tx1"/>
                </a:solidFill>
              </a:rPr>
              <a:t>②</a:t>
            </a:r>
            <a:r>
              <a:rPr lang="en-US" altLang="zh-CN">
                <a:solidFill>
                  <a:schemeClr val="tx1"/>
                </a:solidFill>
              </a:rPr>
              <a:t> </a:t>
            </a:r>
            <a:r>
              <a:rPr lang="zh-CN" altLang="en-US">
                <a:solidFill>
                  <a:schemeClr val="tx1"/>
                </a:solidFill>
              </a:rPr>
              <a:t>主（名词</a:t>
            </a:r>
            <a:r>
              <a:rPr lang="en-US" altLang="zh-CN">
                <a:solidFill>
                  <a:schemeClr val="tx1"/>
                </a:solidFill>
              </a:rPr>
              <a:t>/</a:t>
            </a:r>
            <a:r>
              <a:rPr lang="zh-CN" altLang="en-US">
                <a:solidFill>
                  <a:schemeClr val="tx1"/>
                </a:solidFill>
              </a:rPr>
              <a:t>代词</a:t>
            </a:r>
            <a:r>
              <a:rPr lang="en-US" altLang="zh-CN">
                <a:solidFill>
                  <a:schemeClr val="tx1"/>
                </a:solidFill>
              </a:rPr>
              <a:t>/</a:t>
            </a:r>
            <a:r>
              <a:rPr lang="zh-CN" altLang="en-US">
                <a:solidFill>
                  <a:schemeClr val="tx1"/>
                </a:solidFill>
              </a:rPr>
              <a:t>动名词）</a:t>
            </a:r>
            <a:r>
              <a:rPr lang="en-US" altLang="zh-CN">
                <a:solidFill>
                  <a:schemeClr val="tx1"/>
                </a:solidFill>
              </a:rPr>
              <a:t>   </a:t>
            </a:r>
            <a:r>
              <a:rPr lang="zh-CN" altLang="en-US">
                <a:solidFill>
                  <a:schemeClr val="tx1"/>
                </a:solidFill>
              </a:rPr>
              <a:t>谓（</a:t>
            </a:r>
            <a:r>
              <a:rPr lang="en-US" altLang="zh-CN">
                <a:solidFill>
                  <a:schemeClr val="tx1"/>
                </a:solidFill>
              </a:rPr>
              <a:t>vt</a:t>
            </a:r>
            <a:r>
              <a:rPr lang="zh-CN" altLang="en-US">
                <a:solidFill>
                  <a:schemeClr val="tx1"/>
                </a:solidFill>
              </a:rPr>
              <a:t>）</a:t>
            </a:r>
            <a:r>
              <a:rPr lang="en-US" altLang="zh-CN">
                <a:solidFill>
                  <a:schemeClr val="tx1"/>
                </a:solidFill>
              </a:rPr>
              <a:t>   </a:t>
            </a:r>
            <a:r>
              <a:rPr lang="zh-CN" altLang="en-US">
                <a:solidFill>
                  <a:schemeClr val="tx1"/>
                </a:solidFill>
              </a:rPr>
              <a:t>宾（</a:t>
            </a:r>
            <a:r>
              <a:rPr lang="en-US" altLang="zh-CN">
                <a:solidFill>
                  <a:schemeClr val="tx1"/>
                </a:solidFill>
              </a:rPr>
              <a:t>adj+n</a:t>
            </a:r>
            <a:r>
              <a:rPr lang="zh-CN" altLang="en-US">
                <a:solidFill>
                  <a:schemeClr val="tx1"/>
                </a:solidFill>
              </a:rPr>
              <a:t>）</a:t>
            </a:r>
            <a:endParaRPr lang="zh-CN" altLang="en-US">
              <a:solidFill>
                <a:schemeClr val="tx1"/>
              </a:solidFill>
            </a:endParaRPr>
          </a:p>
        </p:txBody>
      </p:sp>
      <p:sp>
        <p:nvSpPr>
          <p:cNvPr id="3" name="内容占位符 2"/>
          <p:cNvSpPr>
            <a:spLocks noGrp="1"/>
          </p:cNvSpPr>
          <p:nvPr>
            <p:ph idx="1"/>
          </p:nvPr>
        </p:nvSpPr>
        <p:spPr>
          <a:xfrm>
            <a:off x="164465" y="1118870"/>
            <a:ext cx="8827770" cy="4018280"/>
          </a:xfrm>
        </p:spPr>
        <p:txBody>
          <a:bodyPr/>
          <a:p>
            <a:r>
              <a:rPr lang="en-US" altLang="zh-CN" b="1">
                <a:solidFill>
                  <a:schemeClr val="tx1"/>
                </a:solidFill>
                <a:latin typeface="Comic Sans MS" panose="030F0702030302020204" pitchFamily="66" charset="0"/>
                <a:ea typeface="+mj-ea"/>
                <a:cs typeface="微软雅黑" panose="020B0503020204020204" charset="-122"/>
              </a:rPr>
              <a:t>Parents </a:t>
            </a:r>
            <a:r>
              <a:rPr lang="en-US" altLang="zh-CN" b="1" u="sng">
                <a:solidFill>
                  <a:srgbClr val="FF0000"/>
                </a:solidFill>
                <a:latin typeface="Comic Sans MS" panose="030F0702030302020204" pitchFamily="66" charset="0"/>
                <a:ea typeface="+mj-ea"/>
                <a:cs typeface="微软雅黑" panose="020B0503020204020204" charset="-122"/>
              </a:rPr>
              <a:t>play </a:t>
            </a:r>
            <a:r>
              <a:rPr lang="en-US" altLang="zh-CN" b="1" u="sng">
                <a:solidFill>
                  <a:srgbClr val="0070C0"/>
                </a:solidFill>
                <a:latin typeface="Comic Sans MS" panose="030F0702030302020204" pitchFamily="66" charset="0"/>
                <a:ea typeface="+mj-ea"/>
                <a:cs typeface="微软雅黑" panose="020B0503020204020204" charset="-122"/>
              </a:rPr>
              <a:t>an important role</a:t>
            </a:r>
            <a:r>
              <a:rPr lang="en-US" altLang="zh-CN" b="1">
                <a:solidFill>
                  <a:schemeClr val="tx1"/>
                </a:solidFill>
                <a:latin typeface="Comic Sans MS" panose="030F0702030302020204" pitchFamily="66" charset="0"/>
                <a:ea typeface="+mj-ea"/>
                <a:cs typeface="微软雅黑" panose="020B0503020204020204" charset="-122"/>
              </a:rPr>
              <a:t> in my life.</a:t>
            </a:r>
            <a:endParaRPr lang="en-US" altLang="zh-CN" b="1">
              <a:solidFill>
                <a:schemeClr val="tx1"/>
              </a:solidFill>
              <a:latin typeface="Comic Sans MS" panose="030F0702030302020204" pitchFamily="66" charset="0"/>
              <a:ea typeface="+mj-ea"/>
              <a:cs typeface="微软雅黑" panose="020B0503020204020204" charset="-122"/>
            </a:endParaRPr>
          </a:p>
          <a:p>
            <a:r>
              <a:rPr lang="en-US" altLang="zh-CN" b="1">
                <a:solidFill>
                  <a:schemeClr val="tx1"/>
                </a:solidFill>
                <a:latin typeface="Comic Sans MS" panose="030F0702030302020204" pitchFamily="66" charset="0"/>
                <a:ea typeface="+mj-ea"/>
                <a:cs typeface="微软雅黑" panose="020B0503020204020204" charset="-122"/>
              </a:rPr>
              <a:t>I </a:t>
            </a:r>
            <a:r>
              <a:rPr lang="en-US" altLang="zh-CN" b="1" u="sng">
                <a:solidFill>
                  <a:srgbClr val="FF0000"/>
                </a:solidFill>
                <a:latin typeface="Comic Sans MS" panose="030F0702030302020204" pitchFamily="66" charset="0"/>
                <a:ea typeface="+mj-ea"/>
                <a:cs typeface="微软雅黑" panose="020B0503020204020204" charset="-122"/>
              </a:rPr>
              <a:t>experienced</a:t>
            </a:r>
            <a:r>
              <a:rPr lang="en-US" altLang="zh-CN" b="1">
                <a:solidFill>
                  <a:schemeClr val="tx1"/>
                </a:solidFill>
                <a:latin typeface="Comic Sans MS" panose="030F0702030302020204" pitchFamily="66" charset="0"/>
                <a:ea typeface="+mj-ea"/>
                <a:cs typeface="微软雅黑" panose="020B0503020204020204" charset="-122"/>
              </a:rPr>
              <a:t> </a:t>
            </a:r>
            <a:r>
              <a:rPr lang="en-US" altLang="zh-CN" b="1" u="sng">
                <a:solidFill>
                  <a:srgbClr val="0070C0"/>
                </a:solidFill>
                <a:latin typeface="Comic Sans MS" panose="030F0702030302020204" pitchFamily="66" charset="0"/>
                <a:ea typeface="+mj-ea"/>
                <a:cs typeface="微软雅黑" panose="020B0503020204020204" charset="-122"/>
              </a:rPr>
              <a:t>an accident</a:t>
            </a:r>
            <a:r>
              <a:rPr lang="en-US" altLang="zh-CN" b="1">
                <a:solidFill>
                  <a:schemeClr val="tx1"/>
                </a:solidFill>
                <a:latin typeface="Comic Sans MS" panose="030F0702030302020204" pitchFamily="66" charset="0"/>
                <a:ea typeface="+mj-ea"/>
                <a:cs typeface="微软雅黑" panose="020B0503020204020204" charset="-122"/>
              </a:rPr>
              <a:t> yesterday.</a:t>
            </a:r>
            <a:endParaRPr lang="en-US" altLang="zh-CN" b="1">
              <a:solidFill>
                <a:schemeClr val="tx1"/>
              </a:solidFill>
              <a:latin typeface="Comic Sans MS" panose="030F0702030302020204" pitchFamily="66" charset="0"/>
              <a:ea typeface="+mj-ea"/>
              <a:cs typeface="微软雅黑" panose="020B0503020204020204" charset="-122"/>
            </a:endParaRPr>
          </a:p>
          <a:p>
            <a:r>
              <a:rPr lang="en-US" altLang="zh-CN" b="1">
                <a:solidFill>
                  <a:schemeClr val="tx1"/>
                </a:solidFill>
                <a:latin typeface="Comic Sans MS" panose="030F0702030302020204" pitchFamily="66" charset="0"/>
                <a:ea typeface="+mj-ea"/>
                <a:cs typeface="微软雅黑" panose="020B0503020204020204" charset="-122"/>
              </a:rPr>
              <a:t>From 1998 to 2008, the proportion of girls </a:t>
            </a:r>
            <a:r>
              <a:rPr lang="en-US" altLang="zh-CN" b="1" u="sng">
                <a:solidFill>
                  <a:srgbClr val="FF0000"/>
                </a:solidFill>
                <a:latin typeface="Comic Sans MS" panose="030F0702030302020204" pitchFamily="66" charset="0"/>
                <a:ea typeface="+mj-ea"/>
                <a:cs typeface="微软雅黑" panose="020B0503020204020204" charset="-122"/>
              </a:rPr>
              <a:t>saw</a:t>
            </a:r>
            <a:r>
              <a:rPr lang="en-US" altLang="zh-CN" b="1">
                <a:solidFill>
                  <a:schemeClr val="tx1"/>
                </a:solidFill>
                <a:latin typeface="Comic Sans MS" panose="030F0702030302020204" pitchFamily="66" charset="0"/>
                <a:ea typeface="+mj-ea"/>
                <a:cs typeface="微软雅黑" panose="020B0503020204020204" charset="-122"/>
              </a:rPr>
              <a:t> </a:t>
            </a:r>
            <a:r>
              <a:rPr lang="en-US" altLang="zh-CN" b="1" u="sng">
                <a:solidFill>
                  <a:srgbClr val="0070C0"/>
                </a:solidFill>
                <a:latin typeface="Comic Sans MS" panose="030F0702030302020204" pitchFamily="66" charset="0"/>
                <a:ea typeface="+mj-ea"/>
                <a:cs typeface="微软雅黑" panose="020B0503020204020204" charset="-122"/>
              </a:rPr>
              <a:t>a dramatic increase</a:t>
            </a:r>
            <a:r>
              <a:rPr lang="en-US" altLang="zh-CN" b="1">
                <a:solidFill>
                  <a:schemeClr val="tx1"/>
                </a:solidFill>
                <a:latin typeface="Comic Sans MS" panose="030F0702030302020204" pitchFamily="66" charset="0"/>
                <a:ea typeface="+mj-ea"/>
                <a:cs typeface="微软雅黑" panose="020B0503020204020204" charset="-122"/>
              </a:rPr>
              <a:t>.</a:t>
            </a:r>
            <a:endParaRPr lang="en-US" altLang="zh-CN" b="1">
              <a:solidFill>
                <a:schemeClr val="tx1"/>
              </a:solidFill>
              <a:latin typeface="Comic Sans MS" panose="030F0702030302020204" pitchFamily="66" charset="0"/>
              <a:ea typeface="+mj-ea"/>
              <a:cs typeface="微软雅黑" panose="020B0503020204020204" charset="-122"/>
            </a:endParaRPr>
          </a:p>
          <a:p>
            <a:r>
              <a:rPr lang="en-US" altLang="zh-CN" b="1">
                <a:solidFill>
                  <a:schemeClr val="tx1"/>
                </a:solidFill>
                <a:latin typeface="Comic Sans MS" panose="030F0702030302020204" pitchFamily="66" charset="0"/>
                <a:ea typeface="+mj-ea"/>
                <a:cs typeface="微软雅黑" panose="020B0503020204020204" charset="-122"/>
              </a:rPr>
              <a:t>From 1995 to 2005, the proportion of boys </a:t>
            </a:r>
            <a:r>
              <a:rPr lang="en-US" altLang="zh-CN" b="1" u="sng">
                <a:solidFill>
                  <a:srgbClr val="FF0000"/>
                </a:solidFill>
                <a:latin typeface="Comic Sans MS" panose="030F0702030302020204" pitchFamily="66" charset="0"/>
                <a:ea typeface="+mj-ea"/>
                <a:cs typeface="微软雅黑" panose="020B0503020204020204" charset="-122"/>
              </a:rPr>
              <a:t>witnessed</a:t>
            </a:r>
            <a:r>
              <a:rPr lang="en-US" altLang="zh-CN" b="1">
                <a:solidFill>
                  <a:schemeClr val="tx1"/>
                </a:solidFill>
                <a:latin typeface="Comic Sans MS" panose="030F0702030302020204" pitchFamily="66" charset="0"/>
                <a:ea typeface="+mj-ea"/>
                <a:cs typeface="微软雅黑" panose="020B0503020204020204" charset="-122"/>
              </a:rPr>
              <a:t> </a:t>
            </a:r>
            <a:r>
              <a:rPr lang="en-US" altLang="zh-CN" b="1" u="sng">
                <a:solidFill>
                  <a:srgbClr val="0070C0"/>
                </a:solidFill>
                <a:latin typeface="Comic Sans MS" panose="030F0702030302020204" pitchFamily="66" charset="0"/>
                <a:ea typeface="+mj-ea"/>
                <a:cs typeface="微软雅黑" panose="020B0503020204020204" charset="-122"/>
              </a:rPr>
              <a:t>a slow decrease</a:t>
            </a:r>
            <a:r>
              <a:rPr lang="en-US" altLang="zh-CN" b="1">
                <a:solidFill>
                  <a:schemeClr val="tx1"/>
                </a:solidFill>
                <a:latin typeface="Comic Sans MS" panose="030F0702030302020204" pitchFamily="66" charset="0"/>
                <a:ea typeface="+mj-ea"/>
                <a:cs typeface="微软雅黑" panose="020B0503020204020204" charset="-122"/>
              </a:rPr>
              <a:t>.</a:t>
            </a:r>
            <a:endParaRPr lang="en-US" altLang="zh-CN" b="1">
              <a:solidFill>
                <a:schemeClr val="tx1"/>
              </a:solidFill>
              <a:latin typeface="Comic Sans MS" panose="030F0702030302020204" pitchFamily="66" charset="0"/>
              <a:ea typeface="+mj-ea"/>
              <a:cs typeface="微软雅黑" panose="020B0503020204020204" charset="-122"/>
            </a:endParaRPr>
          </a:p>
          <a:p>
            <a:r>
              <a:rPr lang="en-US" altLang="zh-CN" b="1">
                <a:solidFill>
                  <a:schemeClr val="tx1"/>
                </a:solidFill>
                <a:latin typeface="Comic Sans MS" panose="030F0702030302020204" pitchFamily="66" charset="0"/>
                <a:ea typeface="+mj-ea"/>
                <a:cs typeface="微软雅黑" panose="020B0503020204020204" charset="-122"/>
              </a:rPr>
              <a:t>The figure </a:t>
            </a:r>
            <a:r>
              <a:rPr lang="en-US" altLang="zh-CN" b="1" u="sng">
                <a:solidFill>
                  <a:srgbClr val="FF0000"/>
                </a:solidFill>
                <a:latin typeface="Comic Sans MS" panose="030F0702030302020204" pitchFamily="66" charset="0"/>
                <a:ea typeface="+mj-ea"/>
                <a:cs typeface="微软雅黑" panose="020B0503020204020204" charset="-122"/>
              </a:rPr>
              <a:t>showed</a:t>
            </a:r>
            <a:r>
              <a:rPr lang="en-US" altLang="zh-CN" b="1">
                <a:solidFill>
                  <a:schemeClr val="tx1"/>
                </a:solidFill>
                <a:latin typeface="Comic Sans MS" panose="030F0702030302020204" pitchFamily="66" charset="0"/>
                <a:ea typeface="+mj-ea"/>
                <a:cs typeface="微软雅黑" panose="020B0503020204020204" charset="-122"/>
              </a:rPr>
              <a:t> </a:t>
            </a:r>
            <a:r>
              <a:rPr lang="en-US" altLang="zh-CN" b="1" u="sng">
                <a:solidFill>
                  <a:srgbClr val="0070C0"/>
                </a:solidFill>
                <a:latin typeface="Comic Sans MS" panose="030F0702030302020204" pitchFamily="66" charset="0"/>
                <a:ea typeface="+mj-ea"/>
                <a:cs typeface="微软雅黑" panose="020B0503020204020204" charset="-122"/>
              </a:rPr>
              <a:t>an initial growth/fall</a:t>
            </a:r>
            <a:r>
              <a:rPr lang="en-US" altLang="zh-CN" b="1">
                <a:solidFill>
                  <a:schemeClr val="tx1"/>
                </a:solidFill>
                <a:latin typeface="Comic Sans MS" panose="030F0702030302020204" pitchFamily="66" charset="0"/>
                <a:ea typeface="+mj-ea"/>
                <a:cs typeface="微软雅黑" panose="020B0503020204020204" charset="-122"/>
              </a:rPr>
              <a:t>.</a:t>
            </a:r>
            <a:endParaRPr lang="en-US" altLang="zh-CN" b="1">
              <a:solidFill>
                <a:schemeClr val="tx1"/>
              </a:solidFill>
              <a:latin typeface="Comic Sans MS" panose="030F0702030302020204" pitchFamily="66" charset="0"/>
              <a:ea typeface="+mj-ea"/>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35610" y="29210"/>
            <a:ext cx="8890635" cy="1275715"/>
          </a:xfrm>
        </p:spPr>
        <p:txBody>
          <a:bodyPr/>
          <a:p>
            <a:r>
              <a:rPr lang="zh-CN" altLang="en-US">
                <a:solidFill>
                  <a:schemeClr val="tx1"/>
                </a:solidFill>
              </a:rPr>
              <a:t>②</a:t>
            </a:r>
            <a:r>
              <a:rPr lang="en-US" altLang="zh-CN">
                <a:solidFill>
                  <a:schemeClr val="tx1"/>
                </a:solidFill>
              </a:rPr>
              <a:t> </a:t>
            </a:r>
            <a:r>
              <a:rPr lang="zh-CN" altLang="en-US">
                <a:solidFill>
                  <a:schemeClr val="tx1"/>
                </a:solidFill>
              </a:rPr>
              <a:t>主（名词</a:t>
            </a:r>
            <a:r>
              <a:rPr lang="en-US" altLang="zh-CN">
                <a:solidFill>
                  <a:schemeClr val="tx1"/>
                </a:solidFill>
              </a:rPr>
              <a:t>/</a:t>
            </a:r>
            <a:r>
              <a:rPr lang="zh-CN" altLang="en-US">
                <a:solidFill>
                  <a:schemeClr val="tx1"/>
                </a:solidFill>
              </a:rPr>
              <a:t>代词</a:t>
            </a:r>
            <a:r>
              <a:rPr lang="en-US" altLang="zh-CN">
                <a:solidFill>
                  <a:schemeClr val="tx1"/>
                </a:solidFill>
              </a:rPr>
              <a:t>/</a:t>
            </a:r>
            <a:r>
              <a:rPr lang="zh-CN" altLang="en-US">
                <a:solidFill>
                  <a:schemeClr val="tx1"/>
                </a:solidFill>
              </a:rPr>
              <a:t>动名词）</a:t>
            </a:r>
            <a:r>
              <a:rPr lang="en-US" altLang="zh-CN">
                <a:solidFill>
                  <a:schemeClr val="tx1"/>
                </a:solidFill>
              </a:rPr>
              <a:t>   </a:t>
            </a:r>
            <a:r>
              <a:rPr lang="zh-CN" altLang="en-US">
                <a:solidFill>
                  <a:schemeClr val="tx1"/>
                </a:solidFill>
              </a:rPr>
              <a:t>谓（</a:t>
            </a:r>
            <a:r>
              <a:rPr lang="en-US" altLang="zh-CN">
                <a:solidFill>
                  <a:schemeClr val="tx1"/>
                </a:solidFill>
              </a:rPr>
              <a:t>vt</a:t>
            </a:r>
            <a:r>
              <a:rPr lang="zh-CN" altLang="en-US">
                <a:solidFill>
                  <a:schemeClr val="tx1"/>
                </a:solidFill>
              </a:rPr>
              <a:t>）</a:t>
            </a:r>
            <a:r>
              <a:rPr lang="en-US" altLang="zh-CN">
                <a:solidFill>
                  <a:schemeClr val="tx1"/>
                </a:solidFill>
              </a:rPr>
              <a:t>   </a:t>
            </a:r>
            <a:r>
              <a:rPr lang="zh-CN" altLang="en-US">
                <a:solidFill>
                  <a:schemeClr val="tx1"/>
                </a:solidFill>
              </a:rPr>
              <a:t>宾（</a:t>
            </a:r>
            <a:r>
              <a:rPr lang="en-US" altLang="zh-CN">
                <a:solidFill>
                  <a:schemeClr val="tx1"/>
                </a:solidFill>
              </a:rPr>
              <a:t>adj+n</a:t>
            </a:r>
            <a:r>
              <a:rPr lang="zh-CN" altLang="en-US">
                <a:solidFill>
                  <a:schemeClr val="tx1"/>
                </a:solidFill>
              </a:rPr>
              <a:t>）</a:t>
            </a:r>
            <a:endParaRPr lang="zh-CN" altLang="en-US">
              <a:solidFill>
                <a:schemeClr val="tx1"/>
              </a:solidFill>
            </a:endParaRPr>
          </a:p>
        </p:txBody>
      </p:sp>
      <p:sp>
        <p:nvSpPr>
          <p:cNvPr id="3" name="内容占位符 2"/>
          <p:cNvSpPr>
            <a:spLocks noGrp="1"/>
          </p:cNvSpPr>
          <p:nvPr>
            <p:ph idx="1"/>
          </p:nvPr>
        </p:nvSpPr>
        <p:spPr>
          <a:xfrm>
            <a:off x="164465" y="1118870"/>
            <a:ext cx="8917305" cy="3383915"/>
          </a:xfrm>
        </p:spPr>
        <p:txBody>
          <a:bodyPr/>
          <a:p>
            <a:r>
              <a:rPr altLang="zh-CN" b="1">
                <a:solidFill>
                  <a:schemeClr val="tx1"/>
                </a:solidFill>
                <a:latin typeface="Comic Sans MS" panose="030F0702030302020204" pitchFamily="66" charset="0"/>
                <a:ea typeface="+mj-ea"/>
                <a:cs typeface="微软雅黑" panose="020B0503020204020204" charset="-122"/>
              </a:rPr>
              <a:t>大幅度的：</a:t>
            </a:r>
            <a:r>
              <a:rPr lang="en-US" altLang="zh-CN" b="1">
                <a:solidFill>
                  <a:schemeClr val="tx1"/>
                </a:solidFill>
                <a:latin typeface="Comic Sans MS" panose="030F0702030302020204" pitchFamily="66" charset="0"/>
                <a:ea typeface="+mj-ea"/>
                <a:cs typeface="微软雅黑" panose="020B0503020204020204" charset="-122"/>
              </a:rPr>
              <a:t>dramatic; significant; sharp; substantial; considerable</a:t>
            </a:r>
            <a:r>
              <a:rPr b="1">
                <a:solidFill>
                  <a:schemeClr val="tx1"/>
                </a:solidFill>
                <a:latin typeface="Comic Sans MS" panose="030F0702030302020204" pitchFamily="66" charset="0"/>
                <a:ea typeface="+mj-ea"/>
                <a:cs typeface="微软雅黑" panose="020B0503020204020204" charset="-122"/>
              </a:rPr>
              <a:t>；</a:t>
            </a:r>
            <a:r>
              <a:rPr lang="en-US" altLang="zh-CN" b="1">
                <a:solidFill>
                  <a:schemeClr val="tx1"/>
                </a:solidFill>
                <a:latin typeface="Comic Sans MS" panose="030F0702030302020204" pitchFamily="66" charset="0"/>
                <a:ea typeface="+mj-ea"/>
                <a:cs typeface="微软雅黑" panose="020B0503020204020204" charset="-122"/>
              </a:rPr>
              <a:t> remarkable</a:t>
            </a:r>
            <a:r>
              <a:rPr b="1">
                <a:solidFill>
                  <a:schemeClr val="tx1"/>
                </a:solidFill>
                <a:latin typeface="Comic Sans MS" panose="030F0702030302020204" pitchFamily="66" charset="0"/>
                <a:ea typeface="+mj-ea"/>
                <a:cs typeface="微软雅黑" panose="020B0503020204020204" charset="-122"/>
              </a:rPr>
              <a:t>；</a:t>
            </a:r>
            <a:r>
              <a:rPr lang="en-US" altLang="zh-CN" b="1">
                <a:solidFill>
                  <a:schemeClr val="tx1"/>
                </a:solidFill>
                <a:latin typeface="Comic Sans MS" panose="030F0702030302020204" pitchFamily="66" charset="0"/>
                <a:ea typeface="+mj-ea"/>
                <a:cs typeface="微软雅黑" panose="020B0503020204020204" charset="-122"/>
              </a:rPr>
              <a:t> incredible</a:t>
            </a:r>
            <a:endParaRPr lang="en-US" altLang="zh-CN" b="1">
              <a:solidFill>
                <a:schemeClr val="tx1"/>
              </a:solidFill>
              <a:latin typeface="Comic Sans MS" panose="030F0702030302020204" pitchFamily="66" charset="0"/>
              <a:ea typeface="+mj-ea"/>
              <a:cs typeface="微软雅黑" panose="020B0503020204020204" charset="-122"/>
            </a:endParaRPr>
          </a:p>
          <a:p>
            <a:r>
              <a:rPr b="1">
                <a:solidFill>
                  <a:schemeClr val="tx1"/>
                </a:solidFill>
                <a:latin typeface="Comic Sans MS" panose="030F0702030302020204" pitchFamily="66" charset="0"/>
                <a:ea typeface="+mj-ea"/>
                <a:cs typeface="微软雅黑" panose="020B0503020204020204" charset="-122"/>
              </a:rPr>
              <a:t>小幅度的：</a:t>
            </a:r>
            <a:r>
              <a:rPr lang="en-US" altLang="zh-CN" b="1">
                <a:solidFill>
                  <a:schemeClr val="tx1"/>
                </a:solidFill>
                <a:latin typeface="Comic Sans MS" panose="030F0702030302020204" pitchFamily="66" charset="0"/>
                <a:ea typeface="+mj-ea"/>
                <a:cs typeface="微软雅黑" panose="020B0503020204020204" charset="-122"/>
              </a:rPr>
              <a:t>slight; slow; marginal</a:t>
            </a:r>
            <a:endParaRPr lang="en-US" altLang="zh-CN" b="1">
              <a:solidFill>
                <a:schemeClr val="tx1"/>
              </a:solidFill>
              <a:latin typeface="Comic Sans MS" panose="030F0702030302020204" pitchFamily="66" charset="0"/>
              <a:ea typeface="+mj-ea"/>
              <a:cs typeface="微软雅黑" panose="020B0503020204020204" charset="-122"/>
            </a:endParaRPr>
          </a:p>
          <a:p>
            <a:r>
              <a:rPr b="1">
                <a:solidFill>
                  <a:schemeClr val="tx1"/>
                </a:solidFill>
                <a:latin typeface="Comic Sans MS" panose="030F0702030302020204" pitchFamily="66" charset="0"/>
                <a:ea typeface="+mj-ea"/>
                <a:cs typeface="微软雅黑" panose="020B0503020204020204" charset="-122"/>
              </a:rPr>
              <a:t>上升：</a:t>
            </a:r>
            <a:r>
              <a:rPr lang="en-US" altLang="zh-CN" b="1">
                <a:solidFill>
                  <a:schemeClr val="tx1"/>
                </a:solidFill>
                <a:latin typeface="Comic Sans MS" panose="030F0702030302020204" pitchFamily="66" charset="0"/>
                <a:ea typeface="+mj-ea"/>
                <a:cs typeface="微软雅黑" panose="020B0503020204020204" charset="-122"/>
              </a:rPr>
              <a:t>increase; growth; rise</a:t>
            </a:r>
            <a:endParaRPr lang="en-US" altLang="zh-CN" b="1">
              <a:solidFill>
                <a:schemeClr val="tx1"/>
              </a:solidFill>
              <a:latin typeface="Comic Sans MS" panose="030F0702030302020204" pitchFamily="66" charset="0"/>
              <a:ea typeface="+mj-ea"/>
              <a:cs typeface="微软雅黑" panose="020B0503020204020204" charset="-122"/>
            </a:endParaRPr>
          </a:p>
          <a:p>
            <a:r>
              <a:rPr b="1">
                <a:solidFill>
                  <a:schemeClr val="tx1"/>
                </a:solidFill>
                <a:latin typeface="Comic Sans MS" panose="030F0702030302020204" pitchFamily="66" charset="0"/>
                <a:ea typeface="+mj-ea"/>
                <a:cs typeface="微软雅黑" panose="020B0503020204020204" charset="-122"/>
              </a:rPr>
              <a:t>下降：</a:t>
            </a:r>
            <a:r>
              <a:rPr lang="en-US" altLang="zh-CN" b="1">
                <a:solidFill>
                  <a:schemeClr val="tx1"/>
                </a:solidFill>
                <a:latin typeface="Comic Sans MS" panose="030F0702030302020204" pitchFamily="66" charset="0"/>
                <a:ea typeface="+mj-ea"/>
                <a:cs typeface="微软雅黑" panose="020B0503020204020204" charset="-122"/>
              </a:rPr>
              <a:t>decrease;decline; fall</a:t>
            </a:r>
            <a:endParaRPr lang="en-US" altLang="zh-CN" b="1">
              <a:solidFill>
                <a:schemeClr val="tx1"/>
              </a:solidFill>
              <a:latin typeface="Comic Sans MS" panose="030F0702030302020204" pitchFamily="66" charset="0"/>
              <a:ea typeface="+mj-ea"/>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396875" y="-91440"/>
            <a:ext cx="8929370" cy="1396365"/>
          </a:xfrm>
        </p:spPr>
        <p:txBody>
          <a:bodyPr/>
          <a:p>
            <a:r>
              <a:rPr lang="zh-CN" altLang="en-US">
                <a:solidFill>
                  <a:schemeClr val="tx1"/>
                </a:solidFill>
              </a:rPr>
              <a:t>②</a:t>
            </a:r>
            <a:r>
              <a:rPr lang="en-US" altLang="zh-CN">
                <a:solidFill>
                  <a:schemeClr val="tx1"/>
                </a:solidFill>
              </a:rPr>
              <a:t> </a:t>
            </a:r>
            <a:r>
              <a:rPr lang="zh-CN" altLang="en-US">
                <a:solidFill>
                  <a:schemeClr val="tx1"/>
                </a:solidFill>
              </a:rPr>
              <a:t>主（名词</a:t>
            </a:r>
            <a:r>
              <a:rPr lang="en-US" altLang="zh-CN">
                <a:solidFill>
                  <a:schemeClr val="tx1"/>
                </a:solidFill>
              </a:rPr>
              <a:t>/</a:t>
            </a:r>
            <a:r>
              <a:rPr lang="zh-CN" altLang="en-US">
                <a:solidFill>
                  <a:schemeClr val="tx1"/>
                </a:solidFill>
              </a:rPr>
              <a:t>代词</a:t>
            </a:r>
            <a:r>
              <a:rPr lang="en-US" altLang="zh-CN">
                <a:solidFill>
                  <a:schemeClr val="tx1"/>
                </a:solidFill>
              </a:rPr>
              <a:t>/</a:t>
            </a:r>
            <a:r>
              <a:rPr lang="zh-CN" altLang="en-US">
                <a:solidFill>
                  <a:schemeClr val="tx1"/>
                </a:solidFill>
              </a:rPr>
              <a:t>动名词）</a:t>
            </a:r>
            <a:r>
              <a:rPr lang="en-US" altLang="zh-CN">
                <a:solidFill>
                  <a:schemeClr val="tx1"/>
                </a:solidFill>
              </a:rPr>
              <a:t>   </a:t>
            </a:r>
            <a:r>
              <a:rPr lang="zh-CN" altLang="en-US">
                <a:solidFill>
                  <a:schemeClr val="tx1"/>
                </a:solidFill>
              </a:rPr>
              <a:t>谓（</a:t>
            </a:r>
            <a:r>
              <a:rPr lang="en-US" altLang="zh-CN">
                <a:solidFill>
                  <a:schemeClr val="tx1"/>
                </a:solidFill>
              </a:rPr>
              <a:t>vt</a:t>
            </a:r>
            <a:r>
              <a:rPr lang="zh-CN" altLang="en-US">
                <a:solidFill>
                  <a:schemeClr val="tx1"/>
                </a:solidFill>
              </a:rPr>
              <a:t>）</a:t>
            </a:r>
            <a:r>
              <a:rPr lang="en-US" altLang="zh-CN">
                <a:solidFill>
                  <a:schemeClr val="tx1"/>
                </a:solidFill>
              </a:rPr>
              <a:t>   </a:t>
            </a:r>
            <a:r>
              <a:rPr lang="zh-CN" altLang="en-US">
                <a:solidFill>
                  <a:schemeClr val="tx1"/>
                </a:solidFill>
              </a:rPr>
              <a:t>宾（</a:t>
            </a:r>
            <a:r>
              <a:rPr lang="en-US" altLang="zh-CN">
                <a:solidFill>
                  <a:schemeClr val="tx1"/>
                </a:solidFill>
              </a:rPr>
              <a:t>adj+n</a:t>
            </a:r>
            <a:r>
              <a:rPr lang="zh-CN" altLang="en-US">
                <a:solidFill>
                  <a:schemeClr val="tx1"/>
                </a:solidFill>
              </a:rPr>
              <a:t>）</a:t>
            </a:r>
            <a:endParaRPr lang="zh-CN" altLang="en-US">
              <a:solidFill>
                <a:schemeClr val="tx1"/>
              </a:solidFill>
            </a:endParaRPr>
          </a:p>
        </p:txBody>
      </p:sp>
      <p:sp>
        <p:nvSpPr>
          <p:cNvPr id="3" name="内容占位符 2"/>
          <p:cNvSpPr>
            <a:spLocks noGrp="1"/>
          </p:cNvSpPr>
          <p:nvPr>
            <p:ph idx="1"/>
          </p:nvPr>
        </p:nvSpPr>
        <p:spPr>
          <a:xfrm>
            <a:off x="213995" y="950595"/>
            <a:ext cx="8881110" cy="3960495"/>
          </a:xfrm>
        </p:spPr>
        <p:txBody>
          <a:bodyPr/>
          <a:p>
            <a:r>
              <a:rPr sz="2400" b="1">
                <a:solidFill>
                  <a:schemeClr val="tx1"/>
                </a:solidFill>
                <a:latin typeface="Comic Sans MS" panose="030F0702030302020204" pitchFamily="66" charset="0"/>
                <a:ea typeface="+mj-ea"/>
                <a:cs typeface="微软雅黑" panose="020B0503020204020204" charset="-122"/>
              </a:rPr>
              <a:t>全职工作的夫妻的数量已经看见了一个大幅度的上升。</a:t>
            </a:r>
            <a:endParaRPr sz="2400" b="1">
              <a:solidFill>
                <a:schemeClr val="tx1"/>
              </a:solidFill>
              <a:latin typeface="Comic Sans MS" panose="030F0702030302020204" pitchFamily="66" charset="0"/>
              <a:ea typeface="+mj-ea"/>
              <a:cs typeface="微软雅黑" panose="020B0503020204020204" charset="-122"/>
            </a:endParaRPr>
          </a:p>
          <a:p>
            <a:r>
              <a:rPr lang="en-US" altLang="zh-CN" sz="2400" b="1" u="sng">
                <a:solidFill>
                  <a:schemeClr val="tx1"/>
                </a:solidFill>
                <a:latin typeface="Comic Sans MS" panose="030F0702030302020204" pitchFamily="66" charset="0"/>
                <a:ea typeface="+mj-ea"/>
                <a:cs typeface="微软雅黑" panose="020B0503020204020204" charset="-122"/>
              </a:rPr>
              <a:t>The number of couples </a:t>
            </a:r>
            <a:r>
              <a:rPr lang="en-US" altLang="zh-CN" sz="2400" b="1" u="sng">
                <a:solidFill>
                  <a:schemeClr val="tx1"/>
                </a:solidFill>
                <a:highlight>
                  <a:srgbClr val="FFFF00"/>
                </a:highlight>
                <a:latin typeface="Comic Sans MS" panose="030F0702030302020204" pitchFamily="66" charset="0"/>
                <a:ea typeface="+mj-ea"/>
                <a:cs typeface="微软雅黑" panose="020B0503020204020204" charset="-122"/>
              </a:rPr>
              <a:t>both working full-time</a:t>
            </a:r>
            <a:r>
              <a:rPr lang="en-US" altLang="zh-CN" sz="2400" b="1">
                <a:solidFill>
                  <a:schemeClr val="tx1"/>
                </a:solidFill>
                <a:latin typeface="Comic Sans MS" panose="030F0702030302020204" pitchFamily="66" charset="0"/>
                <a:ea typeface="+mj-ea"/>
                <a:cs typeface="微软雅黑" panose="020B0503020204020204" charset="-122"/>
              </a:rPr>
              <a:t> </a:t>
            </a:r>
            <a:r>
              <a:rPr lang="en-US" altLang="zh-CN" sz="2400" b="1" u="sng">
                <a:solidFill>
                  <a:srgbClr val="FF0000"/>
                </a:solidFill>
                <a:latin typeface="Comic Sans MS" panose="030F0702030302020204" pitchFamily="66" charset="0"/>
                <a:ea typeface="+mj-ea"/>
                <a:cs typeface="微软雅黑" panose="020B0503020204020204" charset="-122"/>
              </a:rPr>
              <a:t>has seen</a:t>
            </a:r>
            <a:r>
              <a:rPr lang="en-US" altLang="zh-CN" sz="2400" b="1">
                <a:solidFill>
                  <a:schemeClr val="tx1"/>
                </a:solidFill>
                <a:latin typeface="Comic Sans MS" panose="030F0702030302020204" pitchFamily="66" charset="0"/>
                <a:ea typeface="+mj-ea"/>
                <a:cs typeface="微软雅黑" panose="020B0503020204020204" charset="-122"/>
              </a:rPr>
              <a:t> a dramatic increase.</a:t>
            </a:r>
            <a:endParaRPr lang="en-US" altLang="zh-CN" sz="2400" b="1">
              <a:solidFill>
                <a:schemeClr val="tx1"/>
              </a:solidFill>
              <a:latin typeface="Comic Sans MS" panose="030F0702030302020204" pitchFamily="66" charset="0"/>
              <a:ea typeface="+mj-ea"/>
              <a:cs typeface="微软雅黑" panose="020B0503020204020204" charset="-122"/>
            </a:endParaRPr>
          </a:p>
          <a:p>
            <a:r>
              <a:rPr lang="en-US" altLang="zh-CN" sz="2400" b="1" u="sng">
                <a:solidFill>
                  <a:schemeClr val="tx1"/>
                </a:solidFill>
                <a:latin typeface="Comic Sans MS" panose="030F0702030302020204" pitchFamily="66" charset="0"/>
                <a:ea typeface="+mj-ea"/>
                <a:cs typeface="微软雅黑" panose="020B0503020204020204" charset="-122"/>
              </a:rPr>
              <a:t>The number of wild animals</a:t>
            </a:r>
            <a:r>
              <a:rPr lang="en-US" altLang="zh-CN" sz="2400" b="1" u="sng">
                <a:solidFill>
                  <a:schemeClr val="tx1"/>
                </a:solidFill>
                <a:highlight>
                  <a:srgbClr val="FFFF00"/>
                </a:highlight>
                <a:latin typeface="Comic Sans MS" panose="030F0702030302020204" pitchFamily="66" charset="0"/>
                <a:ea typeface="+mj-ea"/>
                <a:cs typeface="微软雅黑" panose="020B0503020204020204" charset="-122"/>
              </a:rPr>
              <a:t> living in Africa</a:t>
            </a:r>
            <a:r>
              <a:rPr lang="en-US" altLang="zh-CN" sz="2400" b="1">
                <a:solidFill>
                  <a:schemeClr val="tx1"/>
                </a:solidFill>
                <a:latin typeface="Comic Sans MS" panose="030F0702030302020204" pitchFamily="66" charset="0"/>
                <a:ea typeface="+mj-ea"/>
                <a:cs typeface="微软雅黑" panose="020B0503020204020204" charset="-122"/>
              </a:rPr>
              <a:t> </a:t>
            </a:r>
            <a:r>
              <a:rPr lang="en-US" altLang="zh-CN" sz="2400" b="1" u="sng">
                <a:solidFill>
                  <a:srgbClr val="FF0000"/>
                </a:solidFill>
                <a:latin typeface="Comic Sans MS" panose="030F0702030302020204" pitchFamily="66" charset="0"/>
                <a:ea typeface="+mj-ea"/>
                <a:cs typeface="微软雅黑" panose="020B0503020204020204" charset="-122"/>
              </a:rPr>
              <a:t>has seen</a:t>
            </a:r>
            <a:r>
              <a:rPr lang="en-US" altLang="zh-CN" sz="2400" b="1">
                <a:solidFill>
                  <a:schemeClr val="tx1"/>
                </a:solidFill>
                <a:latin typeface="Comic Sans MS" panose="030F0702030302020204" pitchFamily="66" charset="0"/>
                <a:ea typeface="+mj-ea"/>
                <a:cs typeface="微软雅黑" panose="020B0503020204020204" charset="-122"/>
              </a:rPr>
              <a:t> a dramatic decrease.</a:t>
            </a:r>
            <a:endParaRPr lang="en-US" altLang="zh-CN" sz="2400" b="1">
              <a:solidFill>
                <a:schemeClr val="tx1"/>
              </a:solidFill>
              <a:latin typeface="Comic Sans MS" panose="030F0702030302020204" pitchFamily="66" charset="0"/>
              <a:ea typeface="+mj-ea"/>
              <a:cs typeface="微软雅黑" panose="020B0503020204020204" charset="-122"/>
            </a:endParaRPr>
          </a:p>
          <a:p>
            <a:r>
              <a:rPr lang="en-US" altLang="zh-CN" sz="2400" b="1">
                <a:solidFill>
                  <a:schemeClr val="tx1"/>
                </a:solidFill>
                <a:latin typeface="Comic Sans MS" panose="030F0702030302020204" pitchFamily="66" charset="0"/>
                <a:ea typeface="+mj-ea"/>
                <a:cs typeface="微软雅黑" panose="020B0503020204020204" charset="-122"/>
              </a:rPr>
              <a:t>The number of people writing letters </a:t>
            </a:r>
            <a:r>
              <a:rPr lang="en-US" altLang="zh-CN" sz="2400" b="1" u="sng">
                <a:solidFill>
                  <a:srgbClr val="FF0000"/>
                </a:solidFill>
                <a:latin typeface="Comic Sans MS" panose="030F0702030302020204" pitchFamily="66" charset="0"/>
                <a:ea typeface="+mj-ea"/>
                <a:cs typeface="微软雅黑" panose="020B0503020204020204" charset="-122"/>
              </a:rPr>
              <a:t>has seen</a:t>
            </a:r>
            <a:r>
              <a:rPr lang="en-US" altLang="zh-CN" sz="2400" b="1">
                <a:solidFill>
                  <a:schemeClr val="tx1"/>
                </a:solidFill>
                <a:latin typeface="Comic Sans MS" panose="030F0702030302020204" pitchFamily="66" charset="0"/>
                <a:ea typeface="+mj-ea"/>
                <a:cs typeface="微软雅黑" panose="020B0503020204020204" charset="-122"/>
              </a:rPr>
              <a:t> a dramatic decrease</a:t>
            </a:r>
            <a:r>
              <a:rPr sz="2400" b="1">
                <a:solidFill>
                  <a:schemeClr val="tx1"/>
                </a:solidFill>
                <a:latin typeface="Comic Sans MS" panose="030F0702030302020204" pitchFamily="66" charset="0"/>
                <a:ea typeface="+mj-ea"/>
                <a:cs typeface="微软雅黑" panose="020B0503020204020204" charset="-122"/>
              </a:rPr>
              <a:t>，</a:t>
            </a:r>
            <a:r>
              <a:rPr lang="en-US" altLang="zh-CN" sz="2400" b="1">
                <a:solidFill>
                  <a:schemeClr val="tx1"/>
                </a:solidFill>
                <a:latin typeface="Comic Sans MS" panose="030F0702030302020204" pitchFamily="66" charset="0"/>
                <a:ea typeface="+mj-ea"/>
                <a:cs typeface="微软雅黑" panose="020B0503020204020204" charset="-122"/>
              </a:rPr>
              <a:t>which reduces the use of paper and promotes a green lifestyle.</a:t>
            </a:r>
            <a:endParaRPr sz="2400" b="1">
              <a:solidFill>
                <a:schemeClr val="tx1"/>
              </a:solidFill>
              <a:latin typeface="Comic Sans MS" panose="030F0702030302020204" pitchFamily="66" charset="0"/>
              <a:ea typeface="+mj-ea"/>
              <a:cs typeface="微软雅黑" panose="020B0503020204020204" charset="-122"/>
            </a:endParaRPr>
          </a:p>
          <a:p>
            <a:r>
              <a:rPr lang="en-US" altLang="zh-CN" sz="2400" b="1">
                <a:solidFill>
                  <a:schemeClr val="tx1"/>
                </a:solidFill>
                <a:latin typeface="Comic Sans MS" panose="030F0702030302020204" pitchFamily="66" charset="0"/>
                <a:ea typeface="+mj-ea"/>
                <a:cs typeface="微软雅黑" panose="020B0503020204020204" charset="-122"/>
              </a:rPr>
              <a:t>The overuse of phones </a:t>
            </a:r>
            <a:r>
              <a:rPr lang="en-US" altLang="zh-CN" sz="2400" b="1" u="sng">
                <a:solidFill>
                  <a:srgbClr val="FF0000"/>
                </a:solidFill>
                <a:latin typeface="Comic Sans MS" panose="030F0702030302020204" pitchFamily="66" charset="0"/>
                <a:ea typeface="+mj-ea"/>
                <a:cs typeface="微软雅黑" panose="020B0503020204020204" charset="-122"/>
              </a:rPr>
              <a:t>has</a:t>
            </a:r>
            <a:r>
              <a:rPr lang="en-US" altLang="zh-CN" sz="2400" b="1" u="sng">
                <a:solidFill>
                  <a:srgbClr val="FF0000"/>
                </a:solidFill>
                <a:highlight>
                  <a:srgbClr val="FFFF00"/>
                </a:highlight>
                <a:latin typeface="Comic Sans MS" panose="030F0702030302020204" pitchFamily="66" charset="0"/>
                <a:ea typeface="+mj-ea"/>
                <a:cs typeface="微软雅黑" panose="020B0503020204020204" charset="-122"/>
              </a:rPr>
              <a:t> seriously</a:t>
            </a:r>
            <a:r>
              <a:rPr lang="en-US" altLang="zh-CN" sz="2400" b="1" u="sng">
                <a:solidFill>
                  <a:srgbClr val="FF0000"/>
                </a:solidFill>
                <a:latin typeface="Comic Sans MS" panose="030F0702030302020204" pitchFamily="66" charset="0"/>
                <a:ea typeface="+mj-ea"/>
                <a:cs typeface="微软雅黑" panose="020B0503020204020204" charset="-122"/>
              </a:rPr>
              <a:t> affected</a:t>
            </a:r>
            <a:r>
              <a:rPr lang="en-US" altLang="zh-CN" sz="2400" b="1">
                <a:solidFill>
                  <a:schemeClr val="tx1"/>
                </a:solidFill>
                <a:latin typeface="Comic Sans MS" panose="030F0702030302020204" pitchFamily="66" charset="0"/>
                <a:ea typeface="+mj-ea"/>
                <a:cs typeface="微软雅黑" panose="020B0503020204020204" charset="-122"/>
              </a:rPr>
              <a:t> our life.</a:t>
            </a:r>
            <a:endParaRPr lang="en-US" altLang="zh-CN" sz="2400" b="1">
              <a:solidFill>
                <a:schemeClr val="tx1"/>
              </a:solidFill>
              <a:latin typeface="Comic Sans MS" panose="030F0702030302020204" pitchFamily="66" charset="0"/>
              <a:ea typeface="+mj-ea"/>
              <a:cs typeface="微软雅黑" panose="020B0503020204020204" charset="-122"/>
            </a:endParaRPr>
          </a:p>
          <a:p>
            <a:r>
              <a:rPr lang="en-US" altLang="zh-CN" sz="2400" b="1">
                <a:solidFill>
                  <a:schemeClr val="tx1"/>
                </a:solidFill>
                <a:latin typeface="Comic Sans MS" panose="030F0702030302020204" pitchFamily="66" charset="0"/>
                <a:ea typeface="+mj-ea"/>
                <a:cs typeface="微软雅黑" panose="020B0503020204020204" charset="-122"/>
              </a:rPr>
              <a:t>The violence in movies </a:t>
            </a:r>
            <a:r>
              <a:rPr lang="en-US" altLang="zh-CN" sz="2400" b="1" u="sng">
                <a:solidFill>
                  <a:srgbClr val="FF0000"/>
                </a:solidFill>
                <a:latin typeface="Comic Sans MS" panose="030F0702030302020204" pitchFamily="66" charset="0"/>
                <a:ea typeface="+mj-ea"/>
                <a:cs typeface="微软雅黑" panose="020B0503020204020204" charset="-122"/>
              </a:rPr>
              <a:t>has </a:t>
            </a:r>
            <a:r>
              <a:rPr lang="en-US" altLang="zh-CN" sz="2400" b="1" u="sng">
                <a:solidFill>
                  <a:srgbClr val="FF0000"/>
                </a:solidFill>
                <a:highlight>
                  <a:srgbClr val="FFFF00"/>
                </a:highlight>
                <a:latin typeface="Comic Sans MS" panose="030F0702030302020204" pitchFamily="66" charset="0"/>
                <a:ea typeface="+mj-ea"/>
                <a:cs typeface="微软雅黑" panose="020B0503020204020204" charset="-122"/>
              </a:rPr>
              <a:t>seriously</a:t>
            </a:r>
            <a:r>
              <a:rPr lang="en-US" altLang="zh-CN" sz="2400" b="1" u="sng">
                <a:solidFill>
                  <a:srgbClr val="FF0000"/>
                </a:solidFill>
                <a:latin typeface="Comic Sans MS" panose="030F0702030302020204" pitchFamily="66" charset="0"/>
                <a:ea typeface="+mj-ea"/>
                <a:cs typeface="微软雅黑" panose="020B0503020204020204" charset="-122"/>
              </a:rPr>
              <a:t> affected </a:t>
            </a:r>
            <a:r>
              <a:rPr lang="en-US" altLang="zh-CN" sz="2400" b="1">
                <a:solidFill>
                  <a:schemeClr val="tx1"/>
                </a:solidFill>
                <a:latin typeface="Comic Sans MS" panose="030F0702030302020204" pitchFamily="66" charset="0"/>
                <a:ea typeface="+mj-ea"/>
                <a:cs typeface="微软雅黑" panose="020B0503020204020204" charset="-122"/>
              </a:rPr>
              <a:t>teenagers’ mental health.</a:t>
            </a:r>
            <a:endParaRPr lang="en-US" altLang="zh-CN" sz="2400" b="1">
              <a:solidFill>
                <a:schemeClr val="tx1"/>
              </a:solidFill>
              <a:latin typeface="Comic Sans MS" panose="030F0702030302020204" pitchFamily="66" charset="0"/>
              <a:ea typeface="+mj-ea"/>
              <a:cs typeface="微软雅黑" panose="020B0503020204020204" charset="-122"/>
            </a:endParaRPr>
          </a:p>
          <a:p>
            <a:endParaRPr lang="en-US" altLang="zh-CN" sz="2400" b="1">
              <a:solidFill>
                <a:schemeClr val="tx1"/>
              </a:solidFill>
              <a:latin typeface="Comic Sans MS" panose="030F0702030302020204" pitchFamily="66" charset="0"/>
              <a:ea typeface="+mj-ea"/>
              <a:cs typeface="微软雅黑" panose="020B0503020204020204" charset="-122"/>
            </a:endParaRPr>
          </a:p>
        </p:txBody>
      </p:sp>
      <mc:AlternateContent xmlns:mc="http://schemas.openxmlformats.org/markup-compatibility/2006" xmlns:p14="http://schemas.microsoft.com/office/powerpoint/2010/main">
        <mc:Choice Requires="p14">
          <p:contentPart r:id="rId1" p14:bwMode="auto">
            <p14:nvContentPartPr>
              <p14:cNvPr id="4" name="墨迹 3"/>
              <p14:cNvContentPartPr/>
              <p14:nvPr/>
            </p14:nvContentPartPr>
            <p14:xfrm>
              <a:off x="6503670" y="3884930"/>
              <a:ext cx="9525" cy="360"/>
            </p14:xfrm>
          </p:contentPart>
        </mc:Choice>
        <mc:Fallback xmlns="">
          <p:pic>
            <p:nvPicPr>
              <p:cNvPr id="4" name="墨迹 3"/>
            </p:nvPicPr>
            <p:blipFill>
              <a:blip r:embed="rId2"/>
            </p:blipFill>
            <p:spPr>
              <a:xfrm>
                <a:off x="6503670" y="3884930"/>
                <a:ext cx="9525" cy="36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5" name="墨迹 4"/>
              <p14:cNvContentPartPr/>
              <p14:nvPr/>
            </p14:nvContentPartPr>
            <p14:xfrm>
              <a:off x="5041265" y="3617595"/>
              <a:ext cx="9525" cy="360"/>
            </p14:xfrm>
          </p:contentPart>
        </mc:Choice>
        <mc:Fallback xmlns="">
          <p:pic>
            <p:nvPicPr>
              <p:cNvPr id="5" name="墨迹 4"/>
            </p:nvPicPr>
            <p:blipFill>
              <a:blip r:embed="rId2"/>
            </p:blipFill>
            <p:spPr>
              <a:xfrm>
                <a:off x="5041265" y="3617595"/>
                <a:ext cx="9525" cy="360"/>
              </a:xfrm>
              <a:prstGeom prst="rect"/>
            </p:spPr>
          </p:pic>
        </mc:Fallback>
      </mc:AlternateContent>
      <mc:AlternateContent xmlns:mc="http://schemas.openxmlformats.org/markup-compatibility/2006" xmlns:p14="http://schemas.microsoft.com/office/powerpoint/2010/main">
        <mc:Choice Requires="p14">
          <p:contentPart r:id="rId4" p14:bwMode="auto">
            <p14:nvContentPartPr>
              <p14:cNvPr id="10" name="墨迹 9"/>
              <p14:cNvContentPartPr/>
              <p14:nvPr/>
            </p14:nvContentPartPr>
            <p14:xfrm>
              <a:off x="8042910" y="4275455"/>
              <a:ext cx="9525" cy="360"/>
            </p14:xfrm>
          </p:contentPart>
        </mc:Choice>
        <mc:Fallback xmlns="">
          <p:pic>
            <p:nvPicPr>
              <p:cNvPr id="10" name="墨迹 9"/>
            </p:nvPicPr>
            <p:blipFill>
              <a:blip r:embed="rId5"/>
            </p:blipFill>
            <p:spPr>
              <a:xfrm>
                <a:off x="8042910" y="4275455"/>
                <a:ext cx="9525" cy="360"/>
              </a:xfrm>
              <a:prstGeom prst="rect"/>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68630" y="1035050"/>
            <a:ext cx="8479155" cy="4039235"/>
          </a:xfrm>
        </p:spPr>
        <p:txBody>
          <a:bodyPr/>
          <a:p>
            <a:r>
              <a:rPr lang="en-US" altLang="zh-CN">
                <a:solidFill>
                  <a:schemeClr val="tx1"/>
                </a:solidFill>
              </a:rPr>
              <a:t>I </a:t>
            </a:r>
            <a:r>
              <a:rPr lang="en-US" altLang="zh-CN">
                <a:solidFill>
                  <a:schemeClr val="tx1"/>
                </a:solidFill>
              </a:rPr>
              <a:t>walk slowly.</a:t>
            </a:r>
            <a:endParaRPr lang="en-US" altLang="zh-CN">
              <a:solidFill>
                <a:schemeClr val="tx1"/>
              </a:solidFill>
            </a:endParaRPr>
          </a:p>
          <a:p>
            <a:r>
              <a:rPr lang="en-US" altLang="zh-CN">
                <a:solidFill>
                  <a:schemeClr val="tx1"/>
                </a:solidFill>
              </a:rPr>
              <a:t>The proportion of girls</a:t>
            </a:r>
            <a:r>
              <a:rPr lang="en-US" altLang="zh-CN" u="sng">
                <a:solidFill>
                  <a:schemeClr val="tx1"/>
                </a:solidFill>
              </a:rPr>
              <a:t> increased dramatically</a:t>
            </a:r>
            <a:r>
              <a:rPr lang="en-US" altLang="zh-CN">
                <a:solidFill>
                  <a:schemeClr val="tx1"/>
                </a:solidFill>
              </a:rPr>
              <a:t>.</a:t>
            </a:r>
            <a:endParaRPr lang="en-US" altLang="zh-CN">
              <a:solidFill>
                <a:schemeClr val="tx1"/>
              </a:solidFill>
            </a:endParaRPr>
          </a:p>
          <a:p>
            <a:r>
              <a:rPr lang="en-US" altLang="zh-CN">
                <a:solidFill>
                  <a:schemeClr val="tx1"/>
                </a:solidFill>
              </a:rPr>
              <a:t>The percentage of females</a:t>
            </a:r>
            <a:r>
              <a:rPr lang="en-US" altLang="zh-CN" u="sng">
                <a:solidFill>
                  <a:schemeClr val="tx1"/>
                </a:solidFill>
              </a:rPr>
              <a:t> decreased slowly</a:t>
            </a:r>
            <a:r>
              <a:rPr lang="en-US" altLang="zh-CN">
                <a:solidFill>
                  <a:schemeClr val="tx1"/>
                </a:solidFill>
              </a:rPr>
              <a:t>.</a:t>
            </a:r>
            <a:endParaRPr lang="en-US" altLang="zh-CN">
              <a:solidFill>
                <a:schemeClr val="tx1"/>
              </a:solidFill>
            </a:endParaRPr>
          </a:p>
          <a:p>
            <a:r>
              <a:rPr lang="en-US" altLang="zh-CN">
                <a:solidFill>
                  <a:schemeClr val="tx1"/>
                </a:solidFill>
              </a:rPr>
              <a:t>The figure</a:t>
            </a:r>
            <a:r>
              <a:rPr lang="en-US" altLang="zh-CN" u="sng">
                <a:solidFill>
                  <a:schemeClr val="tx1"/>
                </a:solidFill>
              </a:rPr>
              <a:t> fluctuated slightly</a:t>
            </a:r>
            <a:r>
              <a:rPr lang="en-US" altLang="zh-CN">
                <a:solidFill>
                  <a:schemeClr val="tx1"/>
                </a:solidFill>
              </a:rPr>
              <a:t>.</a:t>
            </a:r>
            <a:endParaRPr lang="en-US" altLang="zh-CN">
              <a:solidFill>
                <a:schemeClr val="tx1"/>
              </a:solidFill>
            </a:endParaRPr>
          </a:p>
          <a:p>
            <a:r>
              <a:rPr lang="en-US" altLang="zh-CN">
                <a:solidFill>
                  <a:schemeClr val="tx1"/>
                </a:solidFill>
              </a:rPr>
              <a:t>The figure </a:t>
            </a:r>
            <a:r>
              <a:rPr lang="en-US" altLang="zh-CN" u="sng">
                <a:solidFill>
                  <a:schemeClr val="tx1"/>
                </a:solidFill>
              </a:rPr>
              <a:t>soared/rocketed to the peak</a:t>
            </a:r>
            <a:r>
              <a:rPr lang="en-US" altLang="zh-CN" u="sng">
                <a:solidFill>
                  <a:schemeClr val="tx1"/>
                </a:solidFill>
                <a:highlight>
                  <a:srgbClr val="FFFF00"/>
                </a:highlight>
              </a:rPr>
              <a:t> at </a:t>
            </a:r>
            <a:r>
              <a:rPr lang="en-US" altLang="zh-CN" u="sng">
                <a:solidFill>
                  <a:schemeClr val="tx1"/>
                </a:solidFill>
              </a:rPr>
              <a:t>20%</a:t>
            </a:r>
            <a:r>
              <a:rPr lang="en-US" altLang="zh-CN">
                <a:solidFill>
                  <a:schemeClr val="tx1"/>
                </a:solidFill>
              </a:rPr>
              <a:t>. </a:t>
            </a:r>
            <a:r>
              <a:rPr>
                <a:solidFill>
                  <a:schemeClr val="tx1"/>
                </a:solidFill>
              </a:rPr>
              <a:t>猛增</a:t>
            </a:r>
            <a:endParaRPr>
              <a:solidFill>
                <a:schemeClr val="tx1"/>
              </a:solidFill>
            </a:endParaRPr>
          </a:p>
          <a:p>
            <a:r>
              <a:rPr lang="en-US" altLang="zh-CN">
                <a:solidFill>
                  <a:schemeClr val="tx1"/>
                </a:solidFill>
              </a:rPr>
              <a:t>The figure </a:t>
            </a:r>
            <a:r>
              <a:rPr lang="en-US" altLang="zh-CN" u="sng">
                <a:solidFill>
                  <a:schemeClr val="tx1"/>
                </a:solidFill>
              </a:rPr>
              <a:t>plunged to the bottom at only 5 million tonnes</a:t>
            </a:r>
            <a:r>
              <a:rPr lang="en-US" altLang="zh-CN">
                <a:solidFill>
                  <a:schemeClr val="tx1"/>
                </a:solidFill>
              </a:rPr>
              <a:t>.</a:t>
            </a:r>
            <a:r>
              <a:rPr>
                <a:solidFill>
                  <a:schemeClr val="tx1"/>
                </a:solidFill>
              </a:rPr>
              <a:t>猛降</a:t>
            </a:r>
            <a:endParaRPr>
              <a:solidFill>
                <a:schemeClr val="tx1"/>
              </a:solidFill>
            </a:endParaRPr>
          </a:p>
          <a:p>
            <a:r>
              <a:rPr lang="en-US" altLang="zh-CN">
                <a:solidFill>
                  <a:schemeClr val="tx1"/>
                </a:solidFill>
              </a:rPr>
              <a:t>The figure </a:t>
            </a:r>
            <a:r>
              <a:rPr lang="en-US" altLang="zh-CN" u="sng">
                <a:solidFill>
                  <a:schemeClr val="tx1"/>
                </a:solidFill>
              </a:rPr>
              <a:t>plateaued/levelled off</a:t>
            </a:r>
            <a:r>
              <a:rPr lang="en-US" altLang="zh-CN">
                <a:solidFill>
                  <a:schemeClr val="tx1"/>
                </a:solidFill>
              </a:rPr>
              <a:t>. </a:t>
            </a:r>
            <a:r>
              <a:rPr>
                <a:solidFill>
                  <a:schemeClr val="tx1"/>
                </a:solidFill>
              </a:rPr>
              <a:t>保持</a:t>
            </a:r>
            <a:r>
              <a:rPr>
                <a:solidFill>
                  <a:schemeClr val="tx1"/>
                </a:solidFill>
              </a:rPr>
              <a:t>平稳</a:t>
            </a:r>
            <a:endParaRPr>
              <a:solidFill>
                <a:schemeClr val="tx1"/>
              </a:solidFill>
            </a:endParaRPr>
          </a:p>
        </p:txBody>
      </p:sp>
      <p:sp>
        <p:nvSpPr>
          <p:cNvPr id="4" name="标题 3"/>
          <p:cNvSpPr/>
          <p:nvPr>
            <p:ph type="title"/>
          </p:nvPr>
        </p:nvSpPr>
        <p:spPr>
          <a:xfrm>
            <a:off x="468284" y="483222"/>
            <a:ext cx="5357850" cy="500066"/>
          </a:xfrm>
        </p:spPr>
        <p:txBody>
          <a:bodyPr/>
          <a:p>
            <a:r>
              <a:rPr>
                <a:solidFill>
                  <a:schemeClr val="tx1"/>
                </a:solidFill>
                <a:sym typeface="+mn-ea"/>
              </a:rPr>
              <a:t>③</a:t>
            </a:r>
            <a:r>
              <a:rPr lang="en-US" altLang="zh-CN">
                <a:solidFill>
                  <a:schemeClr val="tx1"/>
                </a:solidFill>
                <a:sym typeface="+mn-ea"/>
              </a:rPr>
              <a:t> </a:t>
            </a:r>
            <a:r>
              <a:rPr>
                <a:solidFill>
                  <a:schemeClr val="tx1"/>
                </a:solidFill>
                <a:sym typeface="+mn-ea"/>
              </a:rPr>
              <a:t>主</a:t>
            </a:r>
            <a:r>
              <a:rPr lang="en-US" altLang="zh-CN">
                <a:solidFill>
                  <a:schemeClr val="tx1"/>
                </a:solidFill>
                <a:sym typeface="+mn-ea"/>
              </a:rPr>
              <a:t>+</a:t>
            </a:r>
            <a:r>
              <a:rPr>
                <a:solidFill>
                  <a:schemeClr val="tx1"/>
                </a:solidFill>
                <a:sym typeface="+mn-ea"/>
              </a:rPr>
              <a:t>谓</a:t>
            </a:r>
            <a:r>
              <a:rPr lang="en-US" altLang="zh-CN">
                <a:solidFill>
                  <a:schemeClr val="tx1"/>
                </a:solidFill>
                <a:sym typeface="+mn-ea"/>
              </a:rPr>
              <a:t>vi+adv</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06400" y="1377315"/>
            <a:ext cx="8541385" cy="3696970"/>
          </a:xfrm>
        </p:spPr>
        <p:txBody>
          <a:bodyPr/>
          <a:p>
            <a:r>
              <a:rPr>
                <a:solidFill>
                  <a:schemeClr val="tx1"/>
                </a:solidFill>
              </a:rPr>
              <a:t>表示并列：</a:t>
            </a:r>
            <a:r>
              <a:rPr lang="en-US" altLang="zh-CN">
                <a:solidFill>
                  <a:schemeClr val="tx1"/>
                </a:solidFill>
              </a:rPr>
              <a:t>and; as well as</a:t>
            </a:r>
            <a:endParaRPr lang="en-US" altLang="zh-CN">
              <a:solidFill>
                <a:schemeClr val="tx1"/>
              </a:solidFill>
            </a:endParaRPr>
          </a:p>
          <a:p>
            <a:r>
              <a:rPr>
                <a:solidFill>
                  <a:schemeClr val="tx1"/>
                </a:solidFill>
              </a:rPr>
              <a:t>表示否则：</a:t>
            </a:r>
            <a:r>
              <a:rPr lang="en-US" altLang="zh-CN">
                <a:solidFill>
                  <a:schemeClr val="tx1"/>
                </a:solidFill>
              </a:rPr>
              <a:t>or</a:t>
            </a:r>
            <a:endParaRPr lang="en-US" altLang="zh-CN">
              <a:solidFill>
                <a:schemeClr val="tx1"/>
              </a:solidFill>
            </a:endParaRPr>
          </a:p>
          <a:p>
            <a:r>
              <a:rPr>
                <a:solidFill>
                  <a:schemeClr val="tx1"/>
                </a:solidFill>
              </a:rPr>
              <a:t>表示转折：</a:t>
            </a:r>
            <a:r>
              <a:rPr lang="en-US" altLang="zh-CN">
                <a:solidFill>
                  <a:schemeClr val="tx1"/>
                </a:solidFill>
              </a:rPr>
              <a:t>but; while; whereas</a:t>
            </a:r>
            <a:endParaRPr lang="en-US" altLang="zh-CN">
              <a:solidFill>
                <a:schemeClr val="tx1"/>
              </a:solidFill>
            </a:endParaRPr>
          </a:p>
          <a:p>
            <a:r>
              <a:rPr>
                <a:solidFill>
                  <a:schemeClr val="tx1"/>
                </a:solidFill>
              </a:rPr>
              <a:t>表示因此：</a:t>
            </a:r>
            <a:r>
              <a:rPr lang="en-US" altLang="zh-CN">
                <a:solidFill>
                  <a:schemeClr val="tx1"/>
                </a:solidFill>
              </a:rPr>
              <a:t>so; and </a:t>
            </a:r>
            <a:r>
              <a:rPr lang="en-US" altLang="zh-CN" u="sng">
                <a:solidFill>
                  <a:schemeClr val="tx1"/>
                </a:solidFill>
              </a:rPr>
              <a:t>therefore</a:t>
            </a:r>
            <a:endParaRPr lang="en-US" altLang="zh-CN">
              <a:solidFill>
                <a:schemeClr val="tx1"/>
              </a:solidFill>
            </a:endParaRPr>
          </a:p>
          <a:p>
            <a:r>
              <a:rPr>
                <a:solidFill>
                  <a:schemeClr val="tx1"/>
                </a:solidFill>
              </a:rPr>
              <a:t>表示因为：</a:t>
            </a:r>
            <a:r>
              <a:rPr lang="en-US" altLang="zh-CN">
                <a:solidFill>
                  <a:schemeClr val="tx1"/>
                </a:solidFill>
              </a:rPr>
              <a:t>for</a:t>
            </a:r>
            <a:endParaRPr lang="en-US" altLang="zh-CN">
              <a:solidFill>
                <a:schemeClr val="tx1"/>
              </a:solidFill>
            </a:endParaRPr>
          </a:p>
          <a:p>
            <a:r>
              <a:rPr>
                <a:solidFill>
                  <a:schemeClr val="tx1"/>
                </a:solidFill>
              </a:rPr>
              <a:t>表示然后：</a:t>
            </a:r>
            <a:r>
              <a:rPr lang="en-US" altLang="zh-CN">
                <a:solidFill>
                  <a:schemeClr val="tx1"/>
                </a:solidFill>
              </a:rPr>
              <a:t>and </a:t>
            </a:r>
            <a:r>
              <a:rPr lang="en-US" altLang="zh-CN" u="sng">
                <a:solidFill>
                  <a:schemeClr val="tx1"/>
                </a:solidFill>
              </a:rPr>
              <a:t>then</a:t>
            </a:r>
            <a:r>
              <a:rPr lang="en-US" altLang="zh-CN">
                <a:solidFill>
                  <a:schemeClr val="tx1"/>
                </a:solidFill>
              </a:rPr>
              <a:t> </a:t>
            </a:r>
            <a:endParaRPr lang="en-US" altLang="zh-CN">
              <a:solidFill>
                <a:schemeClr val="tx1"/>
              </a:solidFill>
            </a:endParaRPr>
          </a:p>
        </p:txBody>
      </p:sp>
      <p:sp>
        <p:nvSpPr>
          <p:cNvPr id="4" name="标题 3"/>
          <p:cNvSpPr/>
          <p:nvPr>
            <p:ph type="title"/>
          </p:nvPr>
        </p:nvSpPr>
        <p:spPr>
          <a:xfrm>
            <a:off x="499745" y="714375"/>
            <a:ext cx="8486775" cy="500380"/>
          </a:xfrm>
        </p:spPr>
        <p:txBody>
          <a:bodyPr/>
          <a:p>
            <a:r>
              <a:rPr lang="zh-CN">
                <a:solidFill>
                  <a:schemeClr val="tx1"/>
                </a:solidFill>
                <a:sym typeface="+mn-ea"/>
              </a:rPr>
              <a:t>④并列句</a:t>
            </a:r>
            <a:r>
              <a:rPr lang="en-US" altLang="zh-CN">
                <a:solidFill>
                  <a:schemeClr val="tx1"/>
                </a:solidFill>
                <a:sym typeface="+mn-ea"/>
              </a:rPr>
              <a:t>--</a:t>
            </a:r>
            <a:r>
              <a:rPr lang="zh-CN" altLang="en-US">
                <a:solidFill>
                  <a:schemeClr val="tx1"/>
                </a:solidFill>
                <a:sym typeface="+mn-ea"/>
              </a:rPr>
              <a:t>两个句子并列在一起</a:t>
            </a:r>
            <a:r>
              <a:rPr lang="en-US" altLang="zh-CN">
                <a:solidFill>
                  <a:schemeClr val="tx1"/>
                </a:solidFill>
                <a:sym typeface="+mn-ea"/>
              </a:rPr>
              <a:t>--</a:t>
            </a:r>
            <a:r>
              <a:rPr lang="zh-CN" altLang="en-US">
                <a:solidFill>
                  <a:schemeClr val="tx1"/>
                </a:solidFill>
                <a:sym typeface="+mn-ea"/>
              </a:rPr>
              <a:t>姐妹关系</a:t>
            </a:r>
            <a:r>
              <a:rPr lang="en-US" altLang="zh-CN">
                <a:solidFill>
                  <a:schemeClr val="tx1"/>
                </a:solidFill>
                <a:sym typeface="+mn-ea"/>
              </a:rPr>
              <a:t>-</a:t>
            </a:r>
            <a:r>
              <a:rPr lang="zh-CN" altLang="en-US">
                <a:solidFill>
                  <a:schemeClr val="tx1"/>
                </a:solidFill>
                <a:sym typeface="+mn-ea"/>
              </a:rPr>
              <a:t>并列连词</a:t>
            </a:r>
            <a:endParaRPr lang="zh-CN" altLang="en-US">
              <a:solidFill>
                <a:schemeClr val="tx1"/>
              </a:solidFill>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06400" y="1377315"/>
            <a:ext cx="8541385" cy="3696970"/>
          </a:xfrm>
        </p:spPr>
        <p:txBody>
          <a:bodyPr/>
          <a:p>
            <a:r>
              <a:rPr lang="en-US" altLang="zh-CN" sz="3600" b="1">
                <a:solidFill>
                  <a:schemeClr val="tx1"/>
                </a:solidFill>
              </a:rPr>
              <a:t>I like singing, </a:t>
            </a:r>
            <a:r>
              <a:rPr lang="en-US" altLang="zh-CN" sz="3600" b="1" u="sng">
                <a:solidFill>
                  <a:srgbClr val="0070C0"/>
                </a:solidFill>
              </a:rPr>
              <a:t>while</a:t>
            </a:r>
            <a:r>
              <a:rPr lang="en-US" altLang="zh-CN" sz="3600" b="1">
                <a:solidFill>
                  <a:schemeClr val="tx1"/>
                </a:solidFill>
              </a:rPr>
              <a:t> she likes dancing.</a:t>
            </a:r>
            <a:endParaRPr lang="en-US" altLang="zh-CN" sz="3600" b="1">
              <a:solidFill>
                <a:schemeClr val="tx1"/>
              </a:solidFill>
            </a:endParaRPr>
          </a:p>
          <a:p>
            <a:r>
              <a:rPr lang="en-US" altLang="zh-CN" sz="3600" b="1">
                <a:solidFill>
                  <a:schemeClr val="tx1"/>
                </a:solidFill>
              </a:rPr>
              <a:t>I like singing. </a:t>
            </a:r>
            <a:r>
              <a:rPr lang="en-US" altLang="zh-CN" sz="3600" b="1" u="sng">
                <a:solidFill>
                  <a:srgbClr val="FF0000"/>
                </a:solidFill>
              </a:rPr>
              <a:t>However</a:t>
            </a:r>
            <a:r>
              <a:rPr lang="en-US" altLang="zh-CN" sz="3600" b="1">
                <a:solidFill>
                  <a:schemeClr val="tx1"/>
                </a:solidFill>
              </a:rPr>
              <a:t>, she likes dancing.</a:t>
            </a:r>
            <a:endParaRPr lang="en-US" altLang="zh-CN" sz="3600" b="1">
              <a:solidFill>
                <a:schemeClr val="tx1"/>
              </a:solidFill>
            </a:endParaRPr>
          </a:p>
          <a:p>
            <a:r>
              <a:rPr lang="en-US" altLang="zh-CN" sz="3600" b="1">
                <a:solidFill>
                  <a:schemeClr val="tx1"/>
                </a:solidFill>
              </a:rPr>
              <a:t>I like reading,</a:t>
            </a:r>
            <a:r>
              <a:rPr lang="en-US" altLang="zh-CN" sz="3600" b="1" u="sng">
                <a:solidFill>
                  <a:srgbClr val="0070C0"/>
                </a:solidFill>
              </a:rPr>
              <a:t> so </a:t>
            </a:r>
            <a:r>
              <a:rPr lang="en-US" altLang="zh-CN" sz="3600" b="1">
                <a:solidFill>
                  <a:schemeClr val="tx1"/>
                </a:solidFill>
              </a:rPr>
              <a:t>I often buy books on the Internet.</a:t>
            </a:r>
            <a:endParaRPr lang="en-US" altLang="zh-CN" sz="3600" b="1">
              <a:solidFill>
                <a:schemeClr val="tx1"/>
              </a:solidFill>
            </a:endParaRPr>
          </a:p>
          <a:p>
            <a:r>
              <a:rPr lang="en-US" altLang="zh-CN" sz="3600" b="1">
                <a:solidFill>
                  <a:schemeClr val="tx1"/>
                </a:solidFill>
              </a:rPr>
              <a:t>I like reading. </a:t>
            </a:r>
            <a:r>
              <a:rPr lang="en-US" altLang="zh-CN" sz="3600" b="1" u="sng">
                <a:solidFill>
                  <a:srgbClr val="FF0000"/>
                </a:solidFill>
              </a:rPr>
              <a:t>Therefore</a:t>
            </a:r>
            <a:r>
              <a:rPr lang="en-US" altLang="zh-CN" sz="3600" b="1">
                <a:solidFill>
                  <a:schemeClr val="tx1"/>
                </a:solidFill>
              </a:rPr>
              <a:t>, I often buy books on the Internet.</a:t>
            </a:r>
            <a:endParaRPr lang="en-US" altLang="zh-CN" sz="3600" b="1">
              <a:solidFill>
                <a:schemeClr val="tx1"/>
              </a:solidFill>
            </a:endParaRPr>
          </a:p>
        </p:txBody>
      </p:sp>
      <p:sp>
        <p:nvSpPr>
          <p:cNvPr id="4" name="标题 3"/>
          <p:cNvSpPr/>
          <p:nvPr>
            <p:ph type="title"/>
          </p:nvPr>
        </p:nvSpPr>
        <p:spPr>
          <a:xfrm>
            <a:off x="499745" y="714375"/>
            <a:ext cx="8486775" cy="500380"/>
          </a:xfrm>
        </p:spPr>
        <p:txBody>
          <a:bodyPr/>
          <a:p>
            <a:r>
              <a:rPr lang="zh-CN" altLang="en-US">
                <a:solidFill>
                  <a:schemeClr val="tx1"/>
                </a:solidFill>
                <a:sym typeface="+mn-ea"/>
              </a:rPr>
              <a:t>辨析</a:t>
            </a:r>
            <a:r>
              <a:rPr lang="en-US" altLang="zh-CN" sz="3600" b="1" u="sng">
                <a:solidFill>
                  <a:srgbClr val="0070C0"/>
                </a:solidFill>
                <a:latin typeface="+mn-lt"/>
                <a:ea typeface="+mn-ea"/>
                <a:cs typeface="+mn-cs"/>
                <a:sym typeface="+mn-ea"/>
              </a:rPr>
              <a:t>并列连词</a:t>
            </a:r>
            <a:r>
              <a:rPr lang="en-US" altLang="zh-CN">
                <a:solidFill>
                  <a:schemeClr val="tx1"/>
                </a:solidFill>
                <a:sym typeface="+mn-ea"/>
              </a:rPr>
              <a:t>&amp;</a:t>
            </a:r>
            <a:r>
              <a:rPr lang="en-US" altLang="zh-CN" sz="3600" b="1" u="sng">
                <a:solidFill>
                  <a:srgbClr val="FF0000"/>
                </a:solidFill>
                <a:latin typeface="+mn-lt"/>
                <a:ea typeface="+mn-ea"/>
                <a:cs typeface="+mn-cs"/>
                <a:sym typeface="+mn-ea"/>
              </a:rPr>
              <a:t>副词</a:t>
            </a:r>
            <a:endParaRPr lang="en-US" altLang="zh-CN" sz="3600" b="1" u="sng">
              <a:solidFill>
                <a:srgbClr val="FF0000"/>
              </a:solidFill>
              <a:latin typeface="+mn-lt"/>
              <a:ea typeface="+mn-ea"/>
              <a:cs typeface="+mn-cs"/>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323850" y="843280"/>
            <a:ext cx="5411470" cy="3814445"/>
          </a:xfrm>
        </p:spPr>
        <p:txBody>
          <a:bodyPr/>
          <a:p>
            <a:pPr marL="0" indent="0">
              <a:buNone/>
            </a:pPr>
            <a:r>
              <a:rPr lang="en-US" altLang="zh-CN" b="1">
                <a:solidFill>
                  <a:schemeClr val="tx1"/>
                </a:solidFill>
              </a:rPr>
              <a:t>A. </a:t>
            </a:r>
            <a:r>
              <a:rPr b="1">
                <a:solidFill>
                  <a:schemeClr val="tx1"/>
                </a:solidFill>
              </a:rPr>
              <a:t>趋势对比</a:t>
            </a:r>
            <a:r>
              <a:rPr lang="en-US" altLang="zh-CN" b="1">
                <a:solidFill>
                  <a:schemeClr val="tx1"/>
                </a:solidFill>
              </a:rPr>
              <a:t>--</a:t>
            </a:r>
            <a:r>
              <a:rPr b="1">
                <a:solidFill>
                  <a:schemeClr val="tx1"/>
                </a:solidFill>
              </a:rPr>
              <a:t>并列句</a:t>
            </a:r>
            <a:r>
              <a:rPr lang="en-US" altLang="zh-CN" b="1">
                <a:solidFill>
                  <a:schemeClr val="tx1"/>
                </a:solidFill>
              </a:rPr>
              <a:t>--</a:t>
            </a:r>
            <a:r>
              <a:rPr lang="en-US" altLang="zh-CN" b="1">
                <a:solidFill>
                  <a:schemeClr val="tx1"/>
                </a:solidFill>
              </a:rPr>
              <a:t>while/whereas</a:t>
            </a:r>
            <a:endParaRPr lang="en-US" altLang="zh-CN" b="1">
              <a:solidFill>
                <a:schemeClr val="tx1"/>
              </a:solidFill>
            </a:endParaRPr>
          </a:p>
          <a:p>
            <a:pPr marL="0" indent="0">
              <a:buNone/>
            </a:pPr>
            <a:endParaRPr lang="en-US" altLang="zh-CN" b="1">
              <a:solidFill>
                <a:schemeClr val="tx1"/>
              </a:solidFill>
            </a:endParaRPr>
          </a:p>
          <a:p>
            <a:pPr marL="0" indent="0">
              <a:buNone/>
            </a:pPr>
            <a:endParaRPr lang="en-US" altLang="zh-CN" b="1">
              <a:solidFill>
                <a:schemeClr val="tx1"/>
              </a:solidFill>
            </a:endParaRPr>
          </a:p>
        </p:txBody>
      </p:sp>
      <p:sp>
        <p:nvSpPr>
          <p:cNvPr id="4" name="标题 3"/>
          <p:cNvSpPr/>
          <p:nvPr>
            <p:ph type="title"/>
          </p:nvPr>
        </p:nvSpPr>
        <p:spPr>
          <a:xfrm>
            <a:off x="252095" y="194945"/>
            <a:ext cx="8486775" cy="500380"/>
          </a:xfrm>
        </p:spPr>
        <p:txBody>
          <a:bodyPr/>
          <a:p>
            <a:pPr algn="ctr"/>
            <a:r>
              <a:rPr lang="zh-CN" altLang="en-US" b="1">
                <a:solidFill>
                  <a:schemeClr val="tx1"/>
                </a:solidFill>
                <a:latin typeface="+mn-lt"/>
                <a:ea typeface="+mn-ea"/>
                <a:cs typeface="+mn-cs"/>
                <a:sym typeface="+mn-ea"/>
              </a:rPr>
              <a:t>并列句在动态图中的运用</a:t>
            </a:r>
            <a:endParaRPr lang="zh-CN" altLang="en-US" b="1">
              <a:solidFill>
                <a:schemeClr val="tx1"/>
              </a:solidFill>
              <a:latin typeface="+mn-lt"/>
              <a:ea typeface="+mn-ea"/>
              <a:cs typeface="+mn-cs"/>
              <a:sym typeface="+mn-ea"/>
            </a:endParaRPr>
          </a:p>
        </p:txBody>
      </p:sp>
      <p:pic>
        <p:nvPicPr>
          <p:cNvPr id="2" name="图片 1" descr="无标题"/>
          <p:cNvPicPr>
            <a:picLocks noChangeAspect="1"/>
          </p:cNvPicPr>
          <p:nvPr>
            <p:custDataLst>
              <p:tags r:id="rId1"/>
            </p:custDataLst>
          </p:nvPr>
        </p:nvPicPr>
        <p:blipFill>
          <a:blip r:embed="rId2"/>
          <a:srcRect l="17691" t="14815" r="35755" b="24938"/>
          <a:stretch>
            <a:fillRect/>
          </a:stretch>
        </p:blipFill>
        <p:spPr>
          <a:xfrm>
            <a:off x="467995" y="2145665"/>
            <a:ext cx="4338320" cy="2432050"/>
          </a:xfrm>
          <a:prstGeom prst="rect">
            <a:avLst/>
          </a:prstGeom>
        </p:spPr>
      </p:pic>
      <p:sp>
        <p:nvSpPr>
          <p:cNvPr id="5" name="文本框 4"/>
          <p:cNvSpPr txBox="1"/>
          <p:nvPr/>
        </p:nvSpPr>
        <p:spPr>
          <a:xfrm>
            <a:off x="4998085" y="694690"/>
            <a:ext cx="4131310" cy="4359910"/>
          </a:xfrm>
          <a:prstGeom prst="rect">
            <a:avLst/>
          </a:prstGeom>
          <a:noFill/>
        </p:spPr>
        <p:txBody>
          <a:bodyPr wrap="square" rtlCol="0">
            <a:noAutofit/>
          </a:bodyPr>
          <a:p>
            <a:endParaRPr lang="en-US" altLang="zh-CN" sz="280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196715" y="946785"/>
            <a:ext cx="4565650" cy="3843655"/>
          </a:xfrm>
        </p:spPr>
        <p:txBody>
          <a:bodyPr/>
          <a:p>
            <a:r>
              <a:rPr lang="en-US" altLang="zh-CN" b="1" u="sng">
                <a:solidFill>
                  <a:srgbClr val="FF0000"/>
                </a:solidFill>
              </a:rPr>
              <a:t>It is clear that</a:t>
            </a:r>
            <a:r>
              <a:rPr lang="en-US" altLang="zh-CN">
                <a:solidFill>
                  <a:schemeClr val="tx1"/>
                </a:solidFill>
              </a:rPr>
              <a:t> </a:t>
            </a:r>
            <a:r>
              <a:rPr lang="en-US" altLang="zh-CN">
                <a:solidFill>
                  <a:schemeClr val="tx1"/>
                </a:solidFill>
                <a:highlight>
                  <a:srgbClr val="FFFF00"/>
                </a:highlight>
              </a:rPr>
              <a:t>the proportion of girls saw a dramatic increase</a:t>
            </a:r>
            <a:r>
              <a:rPr lang="en-US" altLang="zh-CN">
                <a:solidFill>
                  <a:schemeClr val="tx1"/>
                </a:solidFill>
              </a:rPr>
              <a:t>, </a:t>
            </a:r>
            <a:r>
              <a:rPr lang="en-US" altLang="zh-CN" b="1" u="sng">
                <a:solidFill>
                  <a:srgbClr val="FF0000"/>
                </a:solidFill>
              </a:rPr>
              <a:t>whereas</a:t>
            </a:r>
            <a:r>
              <a:rPr lang="en-US" altLang="zh-CN">
                <a:solidFill>
                  <a:schemeClr val="tx1"/>
                </a:solidFill>
              </a:rPr>
              <a:t> that of boys</a:t>
            </a:r>
            <a:r>
              <a:rPr lang="en-US" altLang="zh-CN" u="sng">
                <a:solidFill>
                  <a:schemeClr val="tx1"/>
                </a:solidFill>
              </a:rPr>
              <a:t> decreased sharply</a:t>
            </a:r>
            <a:r>
              <a:rPr lang="en-US" altLang="zh-CN">
                <a:solidFill>
                  <a:schemeClr val="tx1"/>
                </a:solidFill>
              </a:rPr>
              <a:t> over the decade from 2000 to 2010.</a:t>
            </a:r>
            <a:endParaRPr lang="en-US" altLang="zh-CN">
              <a:solidFill>
                <a:schemeClr val="tx1"/>
              </a:solidFill>
            </a:endParaRPr>
          </a:p>
        </p:txBody>
      </p:sp>
      <p:pic>
        <p:nvPicPr>
          <p:cNvPr id="2" name="图片 1" descr="无标题"/>
          <p:cNvPicPr>
            <a:picLocks noChangeAspect="1"/>
          </p:cNvPicPr>
          <p:nvPr>
            <p:custDataLst>
              <p:tags r:id="rId1"/>
            </p:custDataLst>
          </p:nvPr>
        </p:nvPicPr>
        <p:blipFill>
          <a:blip r:embed="rId2"/>
          <a:srcRect l="17691" t="14815" r="35755" b="24938"/>
          <a:stretch>
            <a:fillRect/>
          </a:stretch>
        </p:blipFill>
        <p:spPr>
          <a:xfrm>
            <a:off x="467360" y="1275080"/>
            <a:ext cx="3405505" cy="24790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196715" y="946785"/>
            <a:ext cx="4565650" cy="3843655"/>
          </a:xfrm>
        </p:spPr>
        <p:txBody>
          <a:bodyPr/>
          <a:p>
            <a:r>
              <a:rPr lang="en-US" altLang="zh-CN" u="sng">
                <a:solidFill>
                  <a:schemeClr val="tx1"/>
                </a:solidFill>
              </a:rPr>
              <a:t>It is clear that</a:t>
            </a:r>
            <a:r>
              <a:rPr lang="en-US" altLang="zh-CN">
                <a:solidFill>
                  <a:schemeClr val="tx1"/>
                </a:solidFill>
              </a:rPr>
              <a:t> </a:t>
            </a:r>
            <a:r>
              <a:rPr lang="en-US" altLang="zh-CN" b="1">
                <a:solidFill>
                  <a:srgbClr val="7030A0"/>
                </a:solidFill>
              </a:rPr>
              <a:t>the proportion of girls saw a dramatic increase</a:t>
            </a:r>
            <a:r>
              <a:rPr lang="en-US" altLang="zh-CN">
                <a:solidFill>
                  <a:schemeClr val="tx1"/>
                </a:solidFill>
              </a:rPr>
              <a:t>, </a:t>
            </a:r>
            <a:r>
              <a:rPr lang="en-US" altLang="zh-CN" b="1" u="sng">
                <a:solidFill>
                  <a:srgbClr val="FF0000"/>
                </a:solidFill>
              </a:rPr>
              <a:t>while</a:t>
            </a:r>
            <a:r>
              <a:rPr lang="en-US" altLang="zh-CN">
                <a:solidFill>
                  <a:schemeClr val="tx1"/>
                </a:solidFill>
              </a:rPr>
              <a:t> </a:t>
            </a:r>
            <a:r>
              <a:rPr lang="en-US" altLang="zh-CN" b="1">
                <a:solidFill>
                  <a:srgbClr val="0070C0"/>
                </a:solidFill>
              </a:rPr>
              <a:t>that of boys decreased sharply</a:t>
            </a:r>
            <a:r>
              <a:rPr lang="en-US" altLang="zh-CN">
                <a:solidFill>
                  <a:schemeClr val="tx1"/>
                </a:solidFill>
              </a:rPr>
              <a:t> over the decade from 2000 to 2010.</a:t>
            </a:r>
            <a:endParaRPr lang="en-US" altLang="zh-CN">
              <a:solidFill>
                <a:schemeClr val="tx1"/>
              </a:solidFill>
            </a:endParaRPr>
          </a:p>
        </p:txBody>
      </p:sp>
      <p:pic>
        <p:nvPicPr>
          <p:cNvPr id="2" name="图片 1" descr="无标题"/>
          <p:cNvPicPr>
            <a:picLocks noChangeAspect="1"/>
          </p:cNvPicPr>
          <p:nvPr>
            <p:custDataLst>
              <p:tags r:id="rId1"/>
            </p:custDataLst>
          </p:nvPr>
        </p:nvPicPr>
        <p:blipFill>
          <a:blip r:embed="rId2"/>
          <a:srcRect l="17691" t="14815" r="35755" b="24938"/>
          <a:stretch>
            <a:fillRect/>
          </a:stretch>
        </p:blipFill>
        <p:spPr>
          <a:xfrm>
            <a:off x="467360" y="1275080"/>
            <a:ext cx="3405505" cy="24790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644390" y="483235"/>
            <a:ext cx="4409440" cy="4221480"/>
          </a:xfrm>
        </p:spPr>
        <p:txBody>
          <a:bodyPr/>
          <a:p>
            <a:r>
              <a:rPr lang="en-US" altLang="zh-CN">
                <a:solidFill>
                  <a:schemeClr val="tx1"/>
                </a:solidFill>
              </a:rPr>
              <a:t>It is clear that the output of fish saw a slow decrease, while that of shrimp remained unchanged</a:t>
            </a:r>
            <a:r>
              <a:rPr lang="en-US" altLang="zh-CN">
                <a:solidFill>
                  <a:schemeClr val="tx1"/>
                </a:solidFill>
                <a:sym typeface="+mn-ea"/>
              </a:rPr>
              <a:t> around 5 million tonnes from 1993 to 2007.</a:t>
            </a:r>
            <a:endParaRPr lang="en-US" altLang="zh-CN">
              <a:solidFill>
                <a:schemeClr val="tx1"/>
              </a:solidFill>
              <a:sym typeface="+mn-ea"/>
            </a:endParaRPr>
          </a:p>
        </p:txBody>
      </p:sp>
      <p:pic>
        <p:nvPicPr>
          <p:cNvPr id="2" name="图片 -2147482622" descr="无标题"/>
          <p:cNvPicPr>
            <a:picLocks noChangeAspect="1"/>
          </p:cNvPicPr>
          <p:nvPr>
            <p:custDataLst>
              <p:tags r:id="rId1"/>
            </p:custDataLst>
          </p:nvPr>
        </p:nvPicPr>
        <p:blipFill>
          <a:blip r:embed="rId2"/>
          <a:srcRect l="5455" r="30361" b="14901"/>
          <a:stretch>
            <a:fillRect/>
          </a:stretch>
        </p:blipFill>
        <p:spPr>
          <a:xfrm>
            <a:off x="0" y="647065"/>
            <a:ext cx="4418965" cy="329120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644390" y="483235"/>
            <a:ext cx="4409440" cy="4221480"/>
          </a:xfrm>
        </p:spPr>
        <p:txBody>
          <a:bodyPr/>
          <a:p>
            <a:r>
              <a:rPr lang="en-US" altLang="zh-CN" u="sng">
                <a:solidFill>
                  <a:schemeClr val="tx1"/>
                </a:solidFill>
              </a:rPr>
              <a:t>It is clear that </a:t>
            </a:r>
            <a:r>
              <a:rPr lang="en-US" altLang="zh-CN">
                <a:solidFill>
                  <a:schemeClr val="tx1"/>
                </a:solidFill>
              </a:rPr>
              <a:t>the output of fish saw a dramatic decreace,whereas that of shrimp fluctuated slightly around 5 million tonnes from 1993 to 2007.</a:t>
            </a:r>
            <a:endParaRPr lang="en-US" altLang="zh-CN">
              <a:solidFill>
                <a:schemeClr val="tx1"/>
              </a:solidFill>
            </a:endParaRPr>
          </a:p>
        </p:txBody>
      </p:sp>
      <p:pic>
        <p:nvPicPr>
          <p:cNvPr id="2" name="图片 -2147482622" descr="无标题"/>
          <p:cNvPicPr>
            <a:picLocks noChangeAspect="1"/>
          </p:cNvPicPr>
          <p:nvPr>
            <p:custDataLst>
              <p:tags r:id="rId1"/>
            </p:custDataLst>
          </p:nvPr>
        </p:nvPicPr>
        <p:blipFill>
          <a:blip r:embed="rId2"/>
          <a:srcRect l="5455" r="30361" b="14901"/>
          <a:stretch>
            <a:fillRect/>
          </a:stretch>
        </p:blipFill>
        <p:spPr>
          <a:xfrm>
            <a:off x="0" y="647065"/>
            <a:ext cx="4418965" cy="329120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500245" y="339725"/>
            <a:ext cx="4413885" cy="4660900"/>
          </a:xfrm>
        </p:spPr>
        <p:txBody>
          <a:bodyPr/>
          <a:p>
            <a:r>
              <a:rPr lang="en-US" altLang="zh-CN">
                <a:solidFill>
                  <a:schemeClr val="tx1"/>
                </a:solidFill>
              </a:rPr>
              <a:t>It is clear that the consumption of beef in China saw a dramatic increase, while that in America kept stable from 1997 to 2004.</a:t>
            </a:r>
            <a:endParaRPr lang="en-US" altLang="zh-CN">
              <a:solidFill>
                <a:schemeClr val="tx1"/>
              </a:solidFill>
            </a:endParaRPr>
          </a:p>
        </p:txBody>
      </p:sp>
      <p:pic>
        <p:nvPicPr>
          <p:cNvPr id="2" name="图片 1" descr="无标题"/>
          <p:cNvPicPr>
            <a:picLocks noChangeAspect="1"/>
          </p:cNvPicPr>
          <p:nvPr/>
        </p:nvPicPr>
        <p:blipFill>
          <a:blip r:embed="rId1"/>
          <a:srcRect l="5564" r="29948" b="8704"/>
          <a:stretch>
            <a:fillRect/>
          </a:stretch>
        </p:blipFill>
        <p:spPr>
          <a:xfrm>
            <a:off x="-25400" y="483235"/>
            <a:ext cx="4742815" cy="37769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572000" y="699135"/>
            <a:ext cx="4414520" cy="4276725"/>
          </a:xfrm>
        </p:spPr>
        <p:txBody>
          <a:bodyPr/>
          <a:p>
            <a:r>
              <a:rPr lang="en-US" altLang="zh-CN" u="sng">
                <a:solidFill>
                  <a:srgbClr val="FF0000"/>
                </a:solidFill>
              </a:rPr>
              <a:t>It is clear that</a:t>
            </a:r>
            <a:r>
              <a:rPr lang="en-US" altLang="zh-CN">
                <a:solidFill>
                  <a:schemeClr val="tx1"/>
                </a:solidFill>
              </a:rPr>
              <a:t> the consumption of beef  in China </a:t>
            </a:r>
            <a:r>
              <a:rPr lang="en-US" altLang="zh-CN">
                <a:solidFill>
                  <a:schemeClr val="tx1"/>
                </a:solidFill>
                <a:highlight>
                  <a:srgbClr val="FFFF00"/>
                </a:highlight>
              </a:rPr>
              <a:t>saw </a:t>
            </a:r>
            <a:r>
              <a:rPr lang="en-US" altLang="zh-CN">
                <a:solidFill>
                  <a:schemeClr val="tx1"/>
                </a:solidFill>
              </a:rPr>
              <a:t>a dramatic increase,</a:t>
            </a:r>
            <a:r>
              <a:rPr lang="en-US" altLang="zh-CN" u="sng">
                <a:solidFill>
                  <a:srgbClr val="FF0000"/>
                </a:solidFill>
              </a:rPr>
              <a:t>whereas</a:t>
            </a:r>
            <a:r>
              <a:rPr lang="en-US" altLang="zh-CN">
                <a:solidFill>
                  <a:schemeClr val="tx1"/>
                </a:solidFill>
              </a:rPr>
              <a:t> that in America </a:t>
            </a:r>
            <a:r>
              <a:rPr lang="en-US" altLang="zh-CN">
                <a:solidFill>
                  <a:schemeClr val="tx1"/>
                </a:solidFill>
                <a:highlight>
                  <a:srgbClr val="FFFF00"/>
                </a:highlight>
              </a:rPr>
              <a:t>kept stable</a:t>
            </a:r>
            <a:r>
              <a:rPr lang="en-US" altLang="zh-CN">
                <a:solidFill>
                  <a:schemeClr val="tx1"/>
                </a:solidFill>
              </a:rPr>
              <a:t> between 1997 and 2004. </a:t>
            </a:r>
            <a:endParaRPr lang="en-US" altLang="zh-CN">
              <a:solidFill>
                <a:schemeClr val="tx1"/>
              </a:solidFill>
            </a:endParaRPr>
          </a:p>
        </p:txBody>
      </p:sp>
      <p:pic>
        <p:nvPicPr>
          <p:cNvPr id="2" name="图片 1" descr="无标题"/>
          <p:cNvPicPr>
            <a:picLocks noChangeAspect="1"/>
          </p:cNvPicPr>
          <p:nvPr/>
        </p:nvPicPr>
        <p:blipFill>
          <a:blip r:embed="rId1"/>
          <a:srcRect l="5564" r="29948" b="8704"/>
          <a:stretch>
            <a:fillRect/>
          </a:stretch>
        </p:blipFill>
        <p:spPr>
          <a:xfrm>
            <a:off x="0" y="1203325"/>
            <a:ext cx="4717415" cy="37566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766945" y="628015"/>
            <a:ext cx="4281805" cy="3799840"/>
          </a:xfrm>
        </p:spPr>
        <p:txBody>
          <a:bodyPr/>
          <a:p>
            <a:pPr marL="0" indent="0">
              <a:buNone/>
            </a:pPr>
            <a:r>
              <a:rPr lang="en-US" altLang="zh-CN">
                <a:solidFill>
                  <a:schemeClr val="tx1"/>
                </a:solidFill>
              </a:rPr>
              <a:t>It is clear that the sales of children’s book saw a dramatic increase ,while those of adult’s fiction book decreased rapidly from 2002 to 2006.</a:t>
            </a:r>
            <a:endParaRPr lang="en-US" altLang="zh-CN">
              <a:solidFill>
                <a:schemeClr val="tx1"/>
              </a:solidFill>
            </a:endParaRPr>
          </a:p>
        </p:txBody>
      </p:sp>
      <p:pic>
        <p:nvPicPr>
          <p:cNvPr id="2" name="图片 -2147482621" descr="无标题"/>
          <p:cNvPicPr>
            <a:picLocks noChangeAspect="1"/>
          </p:cNvPicPr>
          <p:nvPr>
            <p:custDataLst>
              <p:tags r:id="rId1"/>
            </p:custDataLst>
          </p:nvPr>
        </p:nvPicPr>
        <p:blipFill>
          <a:blip r:embed="rId2"/>
          <a:srcRect l="15028" r="18067" b="10034"/>
          <a:stretch>
            <a:fillRect/>
          </a:stretch>
        </p:blipFill>
        <p:spPr>
          <a:xfrm>
            <a:off x="35560" y="627380"/>
            <a:ext cx="4583430" cy="346202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766945" y="628015"/>
            <a:ext cx="4281805" cy="4744720"/>
          </a:xfrm>
        </p:spPr>
        <p:txBody>
          <a:bodyPr/>
          <a:p>
            <a:pPr marL="0" indent="0">
              <a:buNone/>
            </a:pPr>
            <a:r>
              <a:rPr lang="en-US" altLang="zh-CN" u="sng">
                <a:solidFill>
                  <a:schemeClr val="tx1"/>
                </a:solidFill>
              </a:rPr>
              <a:t>It is clear that</a:t>
            </a:r>
            <a:r>
              <a:rPr lang="en-US" altLang="zh-CN">
                <a:solidFill>
                  <a:schemeClr val="tx1"/>
                </a:solidFill>
              </a:rPr>
              <a:t> the</a:t>
            </a:r>
            <a:r>
              <a:rPr lang="en-US" altLang="zh-CN" u="sng">
                <a:solidFill>
                  <a:srgbClr val="0070C0"/>
                </a:solidFill>
              </a:rPr>
              <a:t> sales</a:t>
            </a:r>
            <a:r>
              <a:rPr lang="en-US" altLang="zh-CN">
                <a:solidFill>
                  <a:schemeClr val="tx1"/>
                </a:solidFill>
              </a:rPr>
              <a:t> of children’s book saw a dramatic increase,while </a:t>
            </a:r>
            <a:r>
              <a:rPr lang="en-US" altLang="zh-CN" u="sng">
                <a:solidFill>
                  <a:srgbClr val="0070C0"/>
                </a:solidFill>
              </a:rPr>
              <a:t>those</a:t>
            </a:r>
            <a:r>
              <a:rPr lang="en-US" altLang="zh-CN">
                <a:solidFill>
                  <a:schemeClr val="tx1"/>
                </a:solidFill>
              </a:rPr>
              <a:t>  of adults’ fiction decreased sharply</a:t>
            </a:r>
            <a:endParaRPr lang="en-US" altLang="zh-CN">
              <a:solidFill>
                <a:schemeClr val="tx1"/>
              </a:solidFill>
            </a:endParaRPr>
          </a:p>
          <a:p>
            <a:pPr marL="0" indent="0">
              <a:buNone/>
            </a:pPr>
            <a:r>
              <a:rPr lang="en-US" altLang="zh-CN">
                <a:solidFill>
                  <a:schemeClr val="tx1"/>
                </a:solidFill>
              </a:rPr>
              <a:t>from 2002 and 2006.</a:t>
            </a:r>
            <a:endParaRPr lang="en-US" altLang="zh-CN">
              <a:solidFill>
                <a:schemeClr val="tx1"/>
              </a:solidFill>
            </a:endParaRPr>
          </a:p>
        </p:txBody>
      </p:sp>
      <p:pic>
        <p:nvPicPr>
          <p:cNvPr id="2" name="图片 -2147482621" descr="无标题"/>
          <p:cNvPicPr>
            <a:picLocks noChangeAspect="1"/>
          </p:cNvPicPr>
          <p:nvPr>
            <p:custDataLst>
              <p:tags r:id="rId1"/>
            </p:custDataLst>
          </p:nvPr>
        </p:nvPicPr>
        <p:blipFill>
          <a:blip r:embed="rId2"/>
          <a:srcRect l="15028" r="18067" b="10034"/>
          <a:stretch>
            <a:fillRect/>
          </a:stretch>
        </p:blipFill>
        <p:spPr>
          <a:xfrm>
            <a:off x="35560" y="627380"/>
            <a:ext cx="4583430" cy="346202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323850" y="843280"/>
            <a:ext cx="8547735" cy="3814445"/>
          </a:xfrm>
        </p:spPr>
        <p:txBody>
          <a:bodyPr/>
          <a:p>
            <a:pPr marL="0" indent="0">
              <a:buNone/>
            </a:pPr>
            <a:r>
              <a:rPr lang="en-US" altLang="zh-CN" b="1">
                <a:solidFill>
                  <a:schemeClr val="tx1"/>
                </a:solidFill>
              </a:rPr>
              <a:t>B. </a:t>
            </a:r>
            <a:r>
              <a:rPr b="1">
                <a:solidFill>
                  <a:schemeClr val="tx1"/>
                </a:solidFill>
              </a:rPr>
              <a:t>表示拐点</a:t>
            </a:r>
            <a:r>
              <a:rPr lang="en-US" altLang="zh-CN" b="1">
                <a:solidFill>
                  <a:schemeClr val="tx1"/>
                </a:solidFill>
              </a:rPr>
              <a:t>--</a:t>
            </a:r>
            <a:r>
              <a:rPr b="1">
                <a:solidFill>
                  <a:schemeClr val="tx1"/>
                </a:solidFill>
              </a:rPr>
              <a:t>并列句</a:t>
            </a:r>
            <a:r>
              <a:rPr lang="en-US" altLang="zh-CN" b="1">
                <a:solidFill>
                  <a:schemeClr val="tx1"/>
                </a:solidFill>
              </a:rPr>
              <a:t>--and then </a:t>
            </a:r>
            <a:endParaRPr lang="en-US" altLang="zh-CN" b="1">
              <a:solidFill>
                <a:schemeClr val="tx1"/>
              </a:solidFill>
            </a:endParaRPr>
          </a:p>
          <a:p>
            <a:pPr marL="0" indent="0">
              <a:buNone/>
            </a:pPr>
            <a:endParaRPr lang="en-US" altLang="zh-CN" b="1">
              <a:solidFill>
                <a:schemeClr val="tx1"/>
              </a:solidFill>
            </a:endParaRPr>
          </a:p>
          <a:p>
            <a:pPr marL="0" indent="0">
              <a:buNone/>
            </a:pPr>
            <a:endParaRPr lang="en-US" altLang="zh-CN" b="1">
              <a:solidFill>
                <a:schemeClr val="tx1"/>
              </a:solidFill>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500245" y="555625"/>
            <a:ext cx="4620895" cy="4817110"/>
          </a:xfrm>
        </p:spPr>
        <p:txBody>
          <a:bodyPr/>
          <a:p>
            <a:r>
              <a:rPr lang="en-US" altLang="zh-CN" b="1" u="sng">
                <a:solidFill>
                  <a:srgbClr val="FF0000"/>
                </a:solidFill>
              </a:rPr>
              <a:t>As is shown in the line chart,</a:t>
            </a:r>
            <a:r>
              <a:rPr lang="en-US" altLang="zh-CN" b="1">
                <a:solidFill>
                  <a:schemeClr val="tx1"/>
                </a:solidFill>
              </a:rPr>
              <a:t> the proportion of girls firstly </a:t>
            </a:r>
            <a:r>
              <a:rPr lang="en-US" altLang="zh-CN" b="1">
                <a:solidFill>
                  <a:srgbClr val="7030A0"/>
                </a:solidFill>
              </a:rPr>
              <a:t>saw a temporary decrease</a:t>
            </a:r>
            <a:r>
              <a:rPr lang="en-US" altLang="zh-CN" b="1">
                <a:solidFill>
                  <a:schemeClr val="tx1"/>
                </a:solidFill>
              </a:rPr>
              <a:t> </a:t>
            </a:r>
            <a:r>
              <a:rPr lang="en-US" altLang="zh-CN" b="1" u="sng">
                <a:solidFill>
                  <a:srgbClr val="7030A0"/>
                </a:solidFill>
              </a:rPr>
              <a:t>between 2005 and 2010</a:t>
            </a:r>
            <a:r>
              <a:rPr lang="en-US" altLang="zh-CN" b="1">
                <a:solidFill>
                  <a:schemeClr val="tx1"/>
                </a:solidFill>
              </a:rPr>
              <a:t>, </a:t>
            </a:r>
            <a:r>
              <a:rPr lang="en-US" altLang="zh-CN" b="1" u="sng">
                <a:solidFill>
                  <a:srgbClr val="0070C0"/>
                </a:solidFill>
              </a:rPr>
              <a:t>and then</a:t>
            </a:r>
            <a:r>
              <a:rPr lang="en-US" altLang="zh-CN" b="1">
                <a:solidFill>
                  <a:schemeClr val="tx1"/>
                </a:solidFill>
              </a:rPr>
              <a:t> it </a:t>
            </a:r>
            <a:r>
              <a:rPr lang="en-US" altLang="zh-CN" b="1" u="sng">
                <a:solidFill>
                  <a:srgbClr val="0070C0"/>
                </a:solidFill>
              </a:rPr>
              <a:t>soared to the peak </a:t>
            </a:r>
            <a:r>
              <a:rPr lang="en-US" altLang="zh-CN" b="1">
                <a:solidFill>
                  <a:schemeClr val="tx1"/>
                </a:solidFill>
              </a:rPr>
              <a:t>at 10% </a:t>
            </a:r>
            <a:r>
              <a:rPr lang="en-US" altLang="zh-CN" b="1" u="sng">
                <a:solidFill>
                  <a:srgbClr val="0070C0"/>
                </a:solidFill>
              </a:rPr>
              <a:t>in the end</a:t>
            </a:r>
            <a:r>
              <a:rPr lang="en-US" altLang="zh-CN" b="1">
                <a:solidFill>
                  <a:schemeClr val="tx1"/>
                </a:solidFill>
              </a:rPr>
              <a:t>.</a:t>
            </a:r>
            <a:r>
              <a:rPr lang="en-US" altLang="zh-CN" b="1" u="sng">
                <a:solidFill>
                  <a:srgbClr val="FF0000"/>
                </a:solidFill>
              </a:rPr>
              <a:t> </a:t>
            </a:r>
            <a:endParaRPr lang="en-US" altLang="zh-CN" b="1" u="sng">
              <a:solidFill>
                <a:srgbClr val="FF0000"/>
              </a:solidFill>
            </a:endParaRPr>
          </a:p>
        </p:txBody>
      </p:sp>
      <p:pic>
        <p:nvPicPr>
          <p:cNvPr id="9" name="图片 9" descr="55555"/>
          <p:cNvPicPr>
            <a:picLocks noChangeAspect="1"/>
          </p:cNvPicPr>
          <p:nvPr/>
        </p:nvPicPr>
        <p:blipFill>
          <a:blip r:embed="rId1"/>
          <a:srcRect l="15737" t="14698" r="39403" b="24655"/>
          <a:stretch>
            <a:fillRect/>
          </a:stretch>
        </p:blipFill>
        <p:spPr>
          <a:xfrm>
            <a:off x="539750" y="771525"/>
            <a:ext cx="3966210" cy="341312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500245" y="555625"/>
            <a:ext cx="4620895" cy="4817110"/>
          </a:xfrm>
        </p:spPr>
        <p:txBody>
          <a:bodyPr/>
          <a:p>
            <a:r>
              <a:rPr lang="en-US" altLang="zh-CN" b="1" u="sng">
                <a:solidFill>
                  <a:srgbClr val="0070C0"/>
                </a:solidFill>
              </a:rPr>
              <a:t>As is shown in the graph</a:t>
            </a:r>
            <a:r>
              <a:rPr lang="en-US" altLang="zh-CN">
                <a:solidFill>
                  <a:schemeClr val="tx1"/>
                </a:solidFill>
              </a:rPr>
              <a:t>, the proportion of girls studying abroad firstly saw a temporary decrease from 5% to 4%,</a:t>
            </a:r>
            <a:r>
              <a:rPr lang="en-US" altLang="zh-CN" b="1" u="sng">
                <a:solidFill>
                  <a:srgbClr val="0070C0"/>
                </a:solidFill>
              </a:rPr>
              <a:t> and then</a:t>
            </a:r>
            <a:r>
              <a:rPr lang="en-US" altLang="zh-CN">
                <a:solidFill>
                  <a:schemeClr val="tx1"/>
                </a:solidFill>
              </a:rPr>
              <a:t> it soared to the peak at 10% in the end.</a:t>
            </a:r>
            <a:endParaRPr lang="en-US" altLang="zh-CN">
              <a:solidFill>
                <a:schemeClr val="tx1"/>
              </a:solidFill>
            </a:endParaRPr>
          </a:p>
        </p:txBody>
      </p:sp>
      <p:pic>
        <p:nvPicPr>
          <p:cNvPr id="9" name="图片 9" descr="55555"/>
          <p:cNvPicPr>
            <a:picLocks noChangeAspect="1"/>
          </p:cNvPicPr>
          <p:nvPr/>
        </p:nvPicPr>
        <p:blipFill>
          <a:blip r:embed="rId1"/>
          <a:srcRect l="15737" t="14698" r="39403" b="24655"/>
          <a:stretch>
            <a:fillRect/>
          </a:stretch>
        </p:blipFill>
        <p:spPr>
          <a:xfrm>
            <a:off x="539750" y="771525"/>
            <a:ext cx="3966210" cy="341312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582795" y="730885"/>
            <a:ext cx="4179570" cy="4059555"/>
          </a:xfrm>
        </p:spPr>
        <p:txBody>
          <a:bodyPr/>
          <a:p>
            <a:r>
              <a:rPr lang="en-US" altLang="zh-CN" u="sng">
                <a:solidFill>
                  <a:srgbClr val="0070C0"/>
                </a:solidFill>
              </a:rPr>
              <a:t>As is shown in the graph</a:t>
            </a:r>
            <a:r>
              <a:rPr lang="en-US" altLang="zh-CN">
                <a:solidFill>
                  <a:schemeClr val="tx1"/>
                </a:solidFill>
              </a:rPr>
              <a:t>, the price of oil saw a slow increase from 0.3 to 0.7 dollar per liter in the first four years, </a:t>
            </a:r>
            <a:r>
              <a:rPr lang="en-US" altLang="zh-CN" u="sng">
                <a:solidFill>
                  <a:srgbClr val="0070C0"/>
                </a:solidFill>
              </a:rPr>
              <a:t>and then</a:t>
            </a:r>
            <a:r>
              <a:rPr lang="en-US" altLang="zh-CN">
                <a:solidFill>
                  <a:schemeClr val="tx1"/>
                </a:solidFill>
              </a:rPr>
              <a:t> it soared to the highest point at 1.5 in the end.</a:t>
            </a:r>
            <a:endParaRPr lang="en-US" altLang="zh-CN">
              <a:solidFill>
                <a:schemeClr val="tx1"/>
              </a:solidFill>
            </a:endParaRPr>
          </a:p>
        </p:txBody>
      </p:sp>
      <p:pic>
        <p:nvPicPr>
          <p:cNvPr id="2" name="图片 1" descr="无标题"/>
          <p:cNvPicPr>
            <a:picLocks noChangeAspect="1"/>
          </p:cNvPicPr>
          <p:nvPr>
            <p:custDataLst>
              <p:tags r:id="rId1"/>
            </p:custDataLst>
          </p:nvPr>
        </p:nvPicPr>
        <p:blipFill>
          <a:blip r:embed="rId2"/>
          <a:srcRect l="17691" t="14815" r="35755" b="24938"/>
          <a:stretch>
            <a:fillRect/>
          </a:stretch>
        </p:blipFill>
        <p:spPr>
          <a:xfrm>
            <a:off x="467360" y="1275080"/>
            <a:ext cx="3405505" cy="2479040"/>
          </a:xfrm>
          <a:prstGeom prst="rect">
            <a:avLst/>
          </a:prstGeom>
        </p:spPr>
      </p:pic>
      <p:pic>
        <p:nvPicPr>
          <p:cNvPr id="6" name="图片 5" descr="无标题"/>
          <p:cNvPicPr>
            <a:picLocks noChangeAspect="1"/>
          </p:cNvPicPr>
          <p:nvPr>
            <p:custDataLst>
              <p:tags r:id="rId3"/>
            </p:custDataLst>
          </p:nvPr>
        </p:nvPicPr>
        <p:blipFill>
          <a:blip r:embed="rId2"/>
          <a:srcRect l="17691" t="14815" r="35755" b="24938"/>
          <a:stretch>
            <a:fillRect/>
          </a:stretch>
        </p:blipFill>
        <p:spPr>
          <a:xfrm>
            <a:off x="594360" y="1402080"/>
            <a:ext cx="3405505" cy="2479040"/>
          </a:xfrm>
          <a:prstGeom prst="rect">
            <a:avLst/>
          </a:prstGeom>
        </p:spPr>
      </p:pic>
      <p:pic>
        <p:nvPicPr>
          <p:cNvPr id="7" name="图片 6" descr="无标题"/>
          <p:cNvPicPr>
            <a:picLocks noChangeAspect="1"/>
          </p:cNvPicPr>
          <p:nvPr/>
        </p:nvPicPr>
        <p:blipFill>
          <a:blip r:embed="rId4"/>
          <a:srcRect l="1083" t="3971" r="33374" b="25362"/>
          <a:stretch>
            <a:fillRect/>
          </a:stretch>
        </p:blipFill>
        <p:spPr>
          <a:xfrm>
            <a:off x="323850" y="1035685"/>
            <a:ext cx="4366895" cy="264477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500245" y="555625"/>
            <a:ext cx="4620895" cy="4817110"/>
          </a:xfrm>
        </p:spPr>
        <p:txBody>
          <a:bodyPr/>
          <a:p>
            <a:r>
              <a:rPr lang="en-US" altLang="zh-CN" b="1">
                <a:solidFill>
                  <a:schemeClr val="tx1"/>
                </a:solidFill>
              </a:rPr>
              <a:t>As is shown in the line chart,the consumption of beef firstly saw a slow increase between 1992 and 1994,and then it plunged to the bottom at only 3 million tonnes in the end.</a:t>
            </a:r>
            <a:endParaRPr lang="en-US" altLang="zh-CN" b="1">
              <a:solidFill>
                <a:schemeClr val="tx1"/>
              </a:solidFill>
            </a:endParaRPr>
          </a:p>
        </p:txBody>
      </p:sp>
      <p:pic>
        <p:nvPicPr>
          <p:cNvPr id="5" name="图片 1" descr="无标题"/>
          <p:cNvPicPr>
            <a:picLocks noChangeAspect="1"/>
          </p:cNvPicPr>
          <p:nvPr/>
        </p:nvPicPr>
        <p:blipFill>
          <a:blip r:embed="rId1"/>
          <a:srcRect l="5004" r="32337" b="20617"/>
          <a:stretch>
            <a:fillRect/>
          </a:stretch>
        </p:blipFill>
        <p:spPr>
          <a:xfrm>
            <a:off x="179705" y="627380"/>
            <a:ext cx="4392930" cy="313118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500245" y="555625"/>
            <a:ext cx="4620895" cy="4817110"/>
          </a:xfrm>
        </p:spPr>
        <p:txBody>
          <a:bodyPr/>
          <a:p>
            <a:r>
              <a:rPr lang="en-US" altLang="zh-CN" b="1">
                <a:solidFill>
                  <a:schemeClr val="tx1"/>
                </a:solidFill>
              </a:rPr>
              <a:t>As is shown in the graph，the consumption of beef firstly saw a temporary increase from 5 to 6 million tonnes,</a:t>
            </a:r>
            <a:r>
              <a:rPr lang="en-US" altLang="zh-CN" b="1" u="sng">
                <a:solidFill>
                  <a:srgbClr val="FF0000"/>
                </a:solidFill>
              </a:rPr>
              <a:t> and then </a:t>
            </a:r>
            <a:r>
              <a:rPr lang="en-US" altLang="zh-CN" b="1">
                <a:solidFill>
                  <a:schemeClr val="tx1"/>
                </a:solidFill>
              </a:rPr>
              <a:t>it plunged to the bottom at 3 million tonnes in the end.</a:t>
            </a:r>
            <a:endParaRPr lang="en-US" altLang="zh-CN" b="1">
              <a:solidFill>
                <a:schemeClr val="tx1"/>
              </a:solidFill>
            </a:endParaRPr>
          </a:p>
        </p:txBody>
      </p:sp>
      <p:pic>
        <p:nvPicPr>
          <p:cNvPr id="5" name="图片 1" descr="无标题"/>
          <p:cNvPicPr>
            <a:picLocks noChangeAspect="1"/>
          </p:cNvPicPr>
          <p:nvPr/>
        </p:nvPicPr>
        <p:blipFill>
          <a:blip r:embed="rId1"/>
          <a:srcRect l="5004" r="32337" b="20617"/>
          <a:stretch>
            <a:fillRect/>
          </a:stretch>
        </p:blipFill>
        <p:spPr>
          <a:xfrm>
            <a:off x="179705" y="627380"/>
            <a:ext cx="4392930" cy="313118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323850" y="843280"/>
            <a:ext cx="8547735" cy="3814445"/>
          </a:xfrm>
        </p:spPr>
        <p:txBody>
          <a:bodyPr/>
          <a:p>
            <a:pPr marL="0" indent="0">
              <a:buNone/>
            </a:pPr>
            <a:r>
              <a:rPr lang="en-US" altLang="zh-CN" b="1">
                <a:solidFill>
                  <a:schemeClr val="tx1"/>
                </a:solidFill>
              </a:rPr>
              <a:t>C. </a:t>
            </a:r>
            <a:r>
              <a:rPr b="1">
                <a:solidFill>
                  <a:schemeClr val="tx1"/>
                </a:solidFill>
              </a:rPr>
              <a:t>表示交点</a:t>
            </a:r>
            <a:r>
              <a:rPr lang="en-US" altLang="zh-CN" b="1">
                <a:solidFill>
                  <a:schemeClr val="tx1"/>
                </a:solidFill>
              </a:rPr>
              <a:t>--</a:t>
            </a:r>
            <a:r>
              <a:rPr b="1">
                <a:solidFill>
                  <a:schemeClr val="tx1"/>
                </a:solidFill>
              </a:rPr>
              <a:t>并列句</a:t>
            </a:r>
            <a:r>
              <a:rPr lang="en-US" altLang="zh-CN" b="1">
                <a:solidFill>
                  <a:schemeClr val="tx1"/>
                </a:solidFill>
              </a:rPr>
              <a:t>--and</a:t>
            </a:r>
            <a:endParaRPr lang="en-US" altLang="zh-CN" b="1">
              <a:solidFill>
                <a:schemeClr val="tx1"/>
              </a:solidFill>
            </a:endParaRPr>
          </a:p>
          <a:p>
            <a:pPr marL="0" indent="0">
              <a:buNone/>
            </a:pPr>
            <a:endParaRPr lang="en-US" altLang="zh-CN" b="1">
              <a:solidFill>
                <a:schemeClr val="tx1"/>
              </a:solidFill>
            </a:endParaRPr>
          </a:p>
          <a:p>
            <a:pPr marL="0" indent="0">
              <a:buNone/>
            </a:pPr>
            <a:r>
              <a:rPr b="1">
                <a:solidFill>
                  <a:schemeClr val="tx1"/>
                </a:solidFill>
              </a:rPr>
              <a:t>超过：</a:t>
            </a:r>
            <a:r>
              <a:rPr lang="en-US" altLang="zh-CN" b="1">
                <a:solidFill>
                  <a:schemeClr val="tx1"/>
                </a:solidFill>
              </a:rPr>
              <a:t> </a:t>
            </a:r>
            <a:r>
              <a:rPr lang="en-US" altLang="zh-CN" b="1">
                <a:solidFill>
                  <a:schemeClr val="tx1"/>
                </a:solidFill>
              </a:rPr>
              <a:t>overtake; exceed; surpass </a:t>
            </a:r>
            <a:endParaRPr lang="en-US" altLang="zh-CN" b="1">
              <a:solidFill>
                <a:schemeClr val="tx1"/>
              </a:solidFill>
            </a:endParaRPr>
          </a:p>
          <a:p>
            <a:pPr marL="0" indent="0">
              <a:buNone/>
            </a:pPr>
            <a:endParaRPr lang="en-US" altLang="zh-CN" b="1">
              <a:solidFill>
                <a:schemeClr val="tx1"/>
              </a:solidFill>
            </a:endParaRPr>
          </a:p>
          <a:p>
            <a:pPr marL="0" indent="0">
              <a:buNone/>
            </a:pPr>
            <a:endParaRPr lang="en-US" altLang="zh-CN" b="1">
              <a:solidFill>
                <a:schemeClr val="tx1"/>
              </a:solidFill>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572635" y="937260"/>
            <a:ext cx="4452620" cy="3795395"/>
          </a:xfrm>
        </p:spPr>
        <p:txBody>
          <a:bodyPr/>
          <a:p>
            <a:r>
              <a:rPr lang="en-US" altLang="zh-CN" u="sng">
                <a:solidFill>
                  <a:schemeClr val="tx1"/>
                </a:solidFill>
              </a:rPr>
              <a:t>It is note-worthy that </a:t>
            </a:r>
            <a:r>
              <a:rPr lang="en-US" altLang="zh-CN">
                <a:solidFill>
                  <a:schemeClr val="tx1"/>
                </a:solidFill>
              </a:rPr>
              <a:t>the sales of shoes in China overtook those in America, </a:t>
            </a:r>
            <a:r>
              <a:rPr lang="en-US" altLang="zh-CN" u="sng">
                <a:solidFill>
                  <a:schemeClr val="tx1"/>
                </a:solidFill>
              </a:rPr>
              <a:t>and</a:t>
            </a:r>
            <a:r>
              <a:rPr lang="en-US" altLang="zh-CN">
                <a:solidFill>
                  <a:schemeClr val="tx1"/>
                </a:solidFill>
              </a:rPr>
              <a:t> it </a:t>
            </a:r>
            <a:r>
              <a:rPr lang="en-US" altLang="zh-CN" b="1">
                <a:solidFill>
                  <a:srgbClr val="FF0000"/>
                </a:solidFill>
              </a:rPr>
              <a:t>had become</a:t>
            </a:r>
            <a:r>
              <a:rPr lang="en-US" altLang="zh-CN">
                <a:solidFill>
                  <a:schemeClr val="tx1"/>
                </a:solidFill>
              </a:rPr>
              <a:t> the largest market of shoes since 1994.</a:t>
            </a:r>
            <a:endParaRPr lang="en-US" altLang="zh-CN">
              <a:solidFill>
                <a:schemeClr val="tx1"/>
              </a:solidFill>
            </a:endParaRPr>
          </a:p>
        </p:txBody>
      </p:sp>
      <p:pic>
        <p:nvPicPr>
          <p:cNvPr id="2" name="图片 -2147482618" descr="无标题"/>
          <p:cNvPicPr>
            <a:picLocks noChangeAspect="1"/>
          </p:cNvPicPr>
          <p:nvPr/>
        </p:nvPicPr>
        <p:blipFill>
          <a:blip r:embed="rId1"/>
          <a:srcRect r="16707"/>
          <a:stretch>
            <a:fillRect/>
          </a:stretch>
        </p:blipFill>
        <p:spPr>
          <a:xfrm>
            <a:off x="179705" y="1017270"/>
            <a:ext cx="4392612" cy="296164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5029835" y="623570"/>
            <a:ext cx="3925570" cy="4109085"/>
          </a:xfrm>
        </p:spPr>
        <p:txBody>
          <a:bodyPr/>
          <a:p>
            <a:r>
              <a:rPr lang="zh-CN" altLang="en-US" u="sng">
                <a:solidFill>
                  <a:schemeClr val="tx1"/>
                </a:solidFill>
              </a:rPr>
              <a:t>It is note-worthy that</a:t>
            </a:r>
            <a:r>
              <a:rPr lang="zh-CN" altLang="en-US">
                <a:solidFill>
                  <a:schemeClr val="tx1"/>
                </a:solidFill>
              </a:rPr>
              <a:t> the sales of children</a:t>
            </a:r>
            <a:r>
              <a:rPr lang="en-US" altLang="zh-CN">
                <a:solidFill>
                  <a:schemeClr val="tx1"/>
                </a:solidFill>
              </a:rPr>
              <a:t>’</a:t>
            </a:r>
            <a:r>
              <a:rPr lang="zh-CN" altLang="en-US">
                <a:solidFill>
                  <a:schemeClr val="tx1"/>
                </a:solidFill>
              </a:rPr>
              <a:t>s book exceeded those of adults</a:t>
            </a:r>
            <a:r>
              <a:rPr lang="en-US" altLang="zh-CN">
                <a:solidFill>
                  <a:schemeClr val="tx1"/>
                </a:solidFill>
              </a:rPr>
              <a:t>’</a:t>
            </a:r>
            <a:r>
              <a:rPr lang="zh-CN" altLang="en-US">
                <a:solidFill>
                  <a:schemeClr val="tx1"/>
                </a:solidFill>
              </a:rPr>
              <a:t> fiction, </a:t>
            </a:r>
            <a:r>
              <a:rPr lang="zh-CN" altLang="en-US" u="sng">
                <a:solidFill>
                  <a:schemeClr val="tx1"/>
                </a:solidFill>
              </a:rPr>
              <a:t>and </a:t>
            </a:r>
            <a:r>
              <a:rPr lang="zh-CN" altLang="en-US">
                <a:solidFill>
                  <a:schemeClr val="tx1"/>
                </a:solidFill>
              </a:rPr>
              <a:t>it </a:t>
            </a:r>
            <a:r>
              <a:rPr lang="en-US" altLang="zh-CN">
                <a:solidFill>
                  <a:schemeClr val="tx1"/>
                </a:solidFill>
              </a:rPr>
              <a:t>had become</a:t>
            </a:r>
            <a:r>
              <a:rPr lang="zh-CN" altLang="en-US">
                <a:solidFill>
                  <a:schemeClr val="tx1"/>
                </a:solidFill>
              </a:rPr>
              <a:t> the most popular book </a:t>
            </a:r>
            <a:r>
              <a:rPr lang="en-US" altLang="zh-CN">
                <a:solidFill>
                  <a:schemeClr val="tx1"/>
                </a:solidFill>
              </a:rPr>
              <a:t>since about 2003.</a:t>
            </a:r>
            <a:r>
              <a:rPr lang="zh-CN" altLang="en-US">
                <a:solidFill>
                  <a:schemeClr val="tx1"/>
                </a:solidFill>
              </a:rPr>
              <a:t> </a:t>
            </a:r>
            <a:r>
              <a:rPr lang="zh-CN" altLang="en-US"/>
              <a:t>about 2003.</a:t>
            </a:r>
            <a:endParaRPr lang="zh-CN" altLang="en-US"/>
          </a:p>
        </p:txBody>
      </p:sp>
      <p:pic>
        <p:nvPicPr>
          <p:cNvPr id="4" name="图片 -2147482617" descr="无标题"/>
          <p:cNvPicPr>
            <a:picLocks noChangeAspect="1"/>
          </p:cNvPicPr>
          <p:nvPr/>
        </p:nvPicPr>
        <p:blipFill>
          <a:blip r:embed="rId1"/>
          <a:srcRect l="11484" r="19552"/>
          <a:stretch>
            <a:fillRect/>
          </a:stretch>
        </p:blipFill>
        <p:spPr>
          <a:xfrm>
            <a:off x="323850" y="715010"/>
            <a:ext cx="4623435" cy="376491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blinds(horizontal)">
                                      <p:cBhvr>
                                        <p:cTn id="13"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5029835" y="623570"/>
            <a:ext cx="3925570" cy="4109085"/>
          </a:xfrm>
        </p:spPr>
        <p:txBody>
          <a:bodyPr/>
          <a:p>
            <a:r>
              <a:rPr lang="en-US" altLang="zh-CN">
                <a:solidFill>
                  <a:schemeClr val="tx1"/>
                </a:solidFill>
              </a:rPr>
              <a:t>4 </a:t>
            </a:r>
            <a:r>
              <a:rPr>
                <a:solidFill>
                  <a:schemeClr val="tx1"/>
                </a:solidFill>
              </a:rPr>
              <a:t>表示在波动中</a:t>
            </a:r>
            <a:r>
              <a:rPr>
                <a:solidFill>
                  <a:schemeClr val="tx1"/>
                </a:solidFill>
              </a:rPr>
              <a:t>上升</a:t>
            </a:r>
            <a:endParaRPr>
              <a:solidFill>
                <a:schemeClr val="tx1"/>
              </a:solidFill>
            </a:endParaRPr>
          </a:p>
          <a:p>
            <a:r>
              <a:rPr lang="en-US" altLang="zh-CN">
                <a:solidFill>
                  <a:schemeClr val="tx1"/>
                </a:solidFill>
              </a:rPr>
              <a:t>The consumption of beef saw an increasing/upward trend in general, </a:t>
            </a:r>
            <a:r>
              <a:rPr lang="en-US" altLang="zh-CN" i="1" u="sng">
                <a:solidFill>
                  <a:srgbClr val="FF0000"/>
                </a:solidFill>
              </a:rPr>
              <a:t>despite some fluctuation in the middle years</a:t>
            </a:r>
            <a:r>
              <a:rPr lang="en-US" altLang="zh-CN">
                <a:solidFill>
                  <a:schemeClr val="tx1"/>
                </a:solidFill>
              </a:rPr>
              <a:t>.</a:t>
            </a:r>
            <a:endParaRPr lang="en-US" altLang="zh-CN">
              <a:solidFill>
                <a:schemeClr val="tx1"/>
              </a:solidFill>
            </a:endParaRPr>
          </a:p>
        </p:txBody>
      </p:sp>
      <p:pic>
        <p:nvPicPr>
          <p:cNvPr id="2" name="图片 1" descr="无标题"/>
          <p:cNvPicPr>
            <a:picLocks noChangeAspect="1"/>
          </p:cNvPicPr>
          <p:nvPr/>
        </p:nvPicPr>
        <p:blipFill>
          <a:blip r:embed="rId1"/>
          <a:srcRect l="18453" r="33553" b="25942"/>
          <a:stretch>
            <a:fillRect/>
          </a:stretch>
        </p:blipFill>
        <p:spPr>
          <a:xfrm>
            <a:off x="467360" y="699770"/>
            <a:ext cx="3743960" cy="32448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81965" y="598170"/>
            <a:ext cx="8511540" cy="4105910"/>
          </a:xfrm>
        </p:spPr>
        <p:txBody>
          <a:bodyPr/>
          <a:p>
            <a:r>
              <a:rPr lang="en-US" altLang="zh-CN">
                <a:solidFill>
                  <a:schemeClr val="tx1"/>
                </a:solidFill>
              </a:rPr>
              <a:t>5 </a:t>
            </a:r>
            <a:r>
              <a:rPr>
                <a:solidFill>
                  <a:schemeClr val="tx1"/>
                </a:solidFill>
              </a:rPr>
              <a:t>对比起点</a:t>
            </a:r>
            <a:endParaRPr lang="en-US" altLang="zh-CN">
              <a:solidFill>
                <a:schemeClr val="tx1"/>
              </a:solidFill>
            </a:endParaRPr>
          </a:p>
          <a:p>
            <a:r>
              <a:rPr lang="en-US" altLang="zh-CN" b="1" u="sng">
                <a:solidFill>
                  <a:srgbClr val="FF0000"/>
                </a:solidFill>
              </a:rPr>
              <a:t>Beef was the most popular meat</a:t>
            </a:r>
            <a:r>
              <a:rPr lang="en-US" altLang="zh-CN">
                <a:solidFill>
                  <a:schemeClr val="tx1"/>
                </a:solidFill>
              </a:rPr>
              <a:t> for European people </a:t>
            </a:r>
            <a:r>
              <a:rPr lang="en-US" altLang="zh-CN" u="sng">
                <a:solidFill>
                  <a:srgbClr val="00B050"/>
                </a:solidFill>
              </a:rPr>
              <a:t>at 220 grams per person person</a:t>
            </a:r>
            <a:r>
              <a:rPr lang="en-US" altLang="zh-CN">
                <a:solidFill>
                  <a:schemeClr val="tx1"/>
                </a:solidFill>
              </a:rPr>
              <a:t>. The figure for chicken </a:t>
            </a:r>
            <a:r>
              <a:rPr lang="en-US" altLang="zh-CN" b="1" u="sng">
                <a:solidFill>
                  <a:srgbClr val="FF0000"/>
                </a:solidFill>
              </a:rPr>
              <a:t>was relatively smaller </a:t>
            </a:r>
            <a:r>
              <a:rPr lang="en-US" altLang="zh-CN" u="sng">
                <a:solidFill>
                  <a:srgbClr val="00B050"/>
                </a:solidFill>
              </a:rPr>
              <a:t>at 180 grams</a:t>
            </a:r>
            <a:r>
              <a:rPr lang="en-US" altLang="zh-CN">
                <a:solidFill>
                  <a:schemeClr val="tx1"/>
                </a:solidFill>
              </a:rPr>
              <a:t>. </a:t>
            </a:r>
            <a:r>
              <a:rPr lang="en-US" altLang="zh-CN">
                <a:solidFill>
                  <a:schemeClr val="tx1"/>
                </a:solidFill>
                <a:highlight>
                  <a:srgbClr val="FFFF00"/>
                </a:highlight>
              </a:rPr>
              <a:t>However</a:t>
            </a:r>
            <a:r>
              <a:rPr lang="en-US" altLang="zh-CN">
                <a:solidFill>
                  <a:schemeClr val="tx1"/>
                </a:solidFill>
              </a:rPr>
              <a:t>, </a:t>
            </a:r>
            <a:r>
              <a:rPr lang="en-US" altLang="zh-CN" b="1" u="sng">
                <a:solidFill>
                  <a:srgbClr val="FF0000"/>
                </a:solidFill>
              </a:rPr>
              <a:t>fish was the least popular food </a:t>
            </a:r>
            <a:r>
              <a:rPr lang="en-US" altLang="zh-CN">
                <a:solidFill>
                  <a:schemeClr val="tx1"/>
                </a:solidFill>
              </a:rPr>
              <a:t>among three types,</a:t>
            </a:r>
            <a:r>
              <a:rPr lang="en-US" altLang="zh-CN" u="sng">
                <a:solidFill>
                  <a:srgbClr val="00B050"/>
                </a:solidFill>
              </a:rPr>
              <a:t> at only 50 grams</a:t>
            </a:r>
            <a:r>
              <a:rPr lang="en-US" altLang="zh-CN">
                <a:solidFill>
                  <a:schemeClr val="tx1"/>
                </a:solidFill>
              </a:rPr>
              <a:t>.</a:t>
            </a:r>
            <a:endParaRPr lang="en-US" altLang="zh-CN">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81965" y="598170"/>
            <a:ext cx="8511540" cy="4105910"/>
          </a:xfrm>
        </p:spPr>
        <p:txBody>
          <a:bodyPr/>
          <a:p>
            <a:r>
              <a:rPr>
                <a:solidFill>
                  <a:schemeClr val="tx1"/>
                </a:solidFill>
              </a:rPr>
              <a:t>Writing Task 1 C7T2T1</a:t>
            </a:r>
            <a:endParaRPr>
              <a:solidFill>
                <a:schemeClr val="tx1"/>
              </a:solidFill>
            </a:endParaRPr>
          </a:p>
          <a:p>
            <a:r>
              <a:rPr>
                <a:solidFill>
                  <a:schemeClr val="tx1"/>
                </a:solidFill>
              </a:rPr>
              <a:t>You should spend about 20 minutes on this task.</a:t>
            </a:r>
            <a:endParaRPr>
              <a:solidFill>
                <a:schemeClr val="tx1"/>
              </a:solidFill>
            </a:endParaRPr>
          </a:p>
          <a:p>
            <a:endParaRPr>
              <a:solidFill>
                <a:schemeClr val="tx1"/>
              </a:solidFill>
            </a:endParaRPr>
          </a:p>
          <a:p>
            <a:r>
              <a:rPr>
                <a:solidFill>
                  <a:schemeClr val="tx1"/>
                </a:solidFill>
              </a:rPr>
              <a:t>The graph below shows the consumption of fish and some different kinds of meat in a European country between 1979 and 2004.</a:t>
            </a:r>
            <a:endParaRPr>
              <a:solidFill>
                <a:schemeClr val="tx1"/>
              </a:solidFill>
            </a:endParaRPr>
          </a:p>
          <a:p>
            <a:endParaRPr>
              <a:solidFill>
                <a:schemeClr val="tx1"/>
              </a:solidFill>
            </a:endParaRPr>
          </a:p>
          <a:p>
            <a:r>
              <a:rPr>
                <a:solidFill>
                  <a:schemeClr val="tx1"/>
                </a:solidFill>
              </a:rPr>
              <a:t>Write at least 150 words.</a:t>
            </a:r>
            <a:endParaRPr>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linds(horizontal)">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blinds(horizontal)">
                                      <p:cBhvr>
                                        <p:cTn id="2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81965" y="598170"/>
            <a:ext cx="8511540" cy="4105910"/>
          </a:xfrm>
        </p:spPr>
        <p:txBody>
          <a:bodyPr/>
          <a:p>
            <a:endParaRPr>
              <a:solidFill>
                <a:schemeClr val="tx1"/>
              </a:solidFill>
            </a:endParaRPr>
          </a:p>
        </p:txBody>
      </p:sp>
      <p:pic>
        <p:nvPicPr>
          <p:cNvPr id="5" name="图片 3"/>
          <p:cNvPicPr>
            <a:picLocks noChangeAspect="1"/>
          </p:cNvPicPr>
          <p:nvPr/>
        </p:nvPicPr>
        <p:blipFill>
          <a:blip r:embed="rId1"/>
          <a:srcRect t="870" r="12572" b="2094"/>
          <a:stretch>
            <a:fillRect/>
          </a:stretch>
        </p:blipFill>
        <p:spPr>
          <a:xfrm>
            <a:off x="827405" y="52070"/>
            <a:ext cx="5191125" cy="48704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nodePh="1">
                                  <p:stCondLst>
                                    <p:cond delay="0"/>
                                  </p:stCondLst>
                                  <p:endCondLst>
                                    <p:cond evt="begin" delay="0">
                                      <p:tn val="5"/>
                                    </p:cond>
                                  </p:end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07540" y="123190"/>
            <a:ext cx="7550150" cy="500380"/>
          </a:xfrm>
        </p:spPr>
        <p:txBody>
          <a:bodyPr/>
          <a:lstStyle/>
          <a:p>
            <a:pPr algn="l">
              <a:buClrTx/>
              <a:buSzTx/>
              <a:buFontTx/>
            </a:pPr>
            <a:r>
              <a:rPr lang="zh-CN" altLang="en-US" sz="2400" b="1" dirty="0" smtClean="0">
                <a:solidFill>
                  <a:schemeClr val="tx1"/>
                </a:solidFill>
                <a:latin typeface="Calibri" panose="020F0502020204030204" pitchFamily="34" charset="0"/>
                <a:cs typeface="Calibri" panose="020F0502020204030204" pitchFamily="34" charset="0"/>
              </a:rPr>
              <a:t>范文</a:t>
            </a:r>
            <a:endParaRPr lang="zh-CN" altLang="en-US" sz="2400" b="1" dirty="0" smtClean="0">
              <a:solidFill>
                <a:schemeClr val="tx1"/>
              </a:solidFill>
              <a:latin typeface="Calibri" panose="020F0502020204030204" pitchFamily="34" charset="0"/>
              <a:cs typeface="Calibri" panose="020F0502020204030204" pitchFamily="34" charset="0"/>
            </a:endParaRPr>
          </a:p>
        </p:txBody>
      </p:sp>
      <p:sp>
        <p:nvSpPr>
          <p:cNvPr id="3" name="内容占位符 2"/>
          <p:cNvSpPr>
            <a:spLocks noGrp="1"/>
          </p:cNvSpPr>
          <p:nvPr>
            <p:ph idx="1"/>
          </p:nvPr>
        </p:nvSpPr>
        <p:spPr>
          <a:xfrm>
            <a:off x="265430" y="601345"/>
            <a:ext cx="8776970" cy="4537710"/>
          </a:xfrm>
        </p:spPr>
        <p:txBody>
          <a:bodyPr/>
          <a:p>
            <a:pPr>
              <a:buFont typeface="Arial" panose="020B0604020202020204" pitchFamily="34" charset="0"/>
              <a:buChar char="•"/>
            </a:pPr>
            <a:r>
              <a:rPr lang="zh-CN" altLang="en-US" sz="2400" b="1">
                <a:solidFill>
                  <a:schemeClr val="tx1"/>
                </a:solidFill>
              </a:rPr>
              <a:t>The line chart illustrates the changes in the amounts of beef, lamb, chicken and fish consumed in a country of Europe from 1979 to 2004.</a:t>
            </a:r>
            <a:endParaRPr lang="zh-CN" altLang="en-US" sz="2400" b="1">
              <a:solidFill>
                <a:schemeClr val="tx1"/>
              </a:solidFill>
            </a:endParaRPr>
          </a:p>
          <a:p>
            <a:pPr>
              <a:buFont typeface="Arial" panose="020B0604020202020204" pitchFamily="34" charset="0"/>
              <a:buChar char="•"/>
            </a:pPr>
            <a:r>
              <a:rPr lang="zh-CN" altLang="en-US" sz="2400" b="1">
                <a:solidFill>
                  <a:schemeClr val="tx1"/>
                </a:solidFill>
              </a:rPr>
              <a:t>It is clear that the figure for chicken exceeded that of beef in nearly 1989, and it </a:t>
            </a:r>
            <a:r>
              <a:rPr lang="en-US" altLang="zh-CN" sz="2400" b="1">
                <a:solidFill>
                  <a:schemeClr val="tx1"/>
                </a:solidFill>
              </a:rPr>
              <a:t>had </a:t>
            </a:r>
            <a:r>
              <a:rPr lang="zh-CN" altLang="en-US" sz="2400" b="1">
                <a:solidFill>
                  <a:schemeClr val="tx1"/>
                </a:solidFill>
              </a:rPr>
              <a:t>bec</a:t>
            </a:r>
            <a:r>
              <a:rPr lang="en-US" altLang="zh-CN" sz="2400" b="1">
                <a:solidFill>
                  <a:schemeClr val="tx1"/>
                </a:solidFill>
              </a:rPr>
              <a:t>o</a:t>
            </a:r>
            <a:r>
              <a:rPr lang="zh-CN" altLang="en-US" sz="2400" b="1">
                <a:solidFill>
                  <a:schemeClr val="tx1"/>
                </a:solidFill>
              </a:rPr>
              <a:t>me the best-seller </a:t>
            </a:r>
            <a:r>
              <a:rPr lang="en-US" altLang="zh-CN" sz="2400" b="1">
                <a:solidFill>
                  <a:schemeClr val="tx1"/>
                </a:solidFill>
              </a:rPr>
              <a:t>since then</a:t>
            </a:r>
            <a:r>
              <a:rPr lang="zh-CN" altLang="en-US" sz="2400" b="1">
                <a:solidFill>
                  <a:schemeClr val="tx1"/>
                </a:solidFill>
              </a:rPr>
              <a:t>, while the popularity of the other three food </a:t>
            </a:r>
            <a:r>
              <a:rPr lang="en-US" altLang="zh-CN" sz="2400" b="1">
                <a:solidFill>
                  <a:schemeClr val="tx1"/>
                </a:solidFill>
              </a:rPr>
              <a:t>all </a:t>
            </a:r>
            <a:r>
              <a:rPr lang="zh-CN" altLang="en-US" sz="2400" b="1">
                <a:solidFill>
                  <a:schemeClr val="tx1"/>
                </a:solidFill>
              </a:rPr>
              <a:t>decreased over the period.</a:t>
            </a:r>
            <a:endParaRPr lang="zh-CN" altLang="en-US" sz="2400" b="1">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500"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500"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07540" y="123190"/>
            <a:ext cx="7550150" cy="500380"/>
          </a:xfrm>
        </p:spPr>
        <p:txBody>
          <a:bodyPr/>
          <a:lstStyle/>
          <a:p>
            <a:pPr algn="l">
              <a:buClrTx/>
              <a:buSzTx/>
              <a:buFontTx/>
            </a:pPr>
            <a:r>
              <a:rPr lang="zh-CN" altLang="en-US" sz="2400" b="1" dirty="0" smtClean="0">
                <a:solidFill>
                  <a:schemeClr val="tx1"/>
                </a:solidFill>
                <a:latin typeface="Calibri" panose="020F0502020204030204" pitchFamily="34" charset="0"/>
                <a:cs typeface="Calibri" panose="020F0502020204030204" pitchFamily="34" charset="0"/>
              </a:rPr>
              <a:t>范文</a:t>
            </a:r>
            <a:endParaRPr lang="zh-CN" altLang="en-US" sz="2400" b="1" dirty="0" smtClean="0">
              <a:solidFill>
                <a:schemeClr val="tx1"/>
              </a:solidFill>
              <a:latin typeface="Calibri" panose="020F0502020204030204" pitchFamily="34" charset="0"/>
              <a:cs typeface="Calibri" panose="020F0502020204030204" pitchFamily="34" charset="0"/>
            </a:endParaRPr>
          </a:p>
        </p:txBody>
      </p:sp>
      <p:sp>
        <p:nvSpPr>
          <p:cNvPr id="3" name="内容占位符 2"/>
          <p:cNvSpPr>
            <a:spLocks noGrp="1"/>
          </p:cNvSpPr>
          <p:nvPr>
            <p:ph idx="1"/>
          </p:nvPr>
        </p:nvSpPr>
        <p:spPr>
          <a:xfrm>
            <a:off x="265430" y="601345"/>
            <a:ext cx="8776970" cy="4537710"/>
          </a:xfrm>
        </p:spPr>
        <p:txBody>
          <a:bodyPr/>
          <a:p>
            <a:pPr>
              <a:buFont typeface="Arial" panose="020B0604020202020204" pitchFamily="34" charset="0"/>
              <a:buChar char="•"/>
            </a:pPr>
            <a:r>
              <a:rPr lang="zh-CN" altLang="en-US" sz="2400" b="1">
                <a:solidFill>
                  <a:schemeClr val="tx1"/>
                </a:solidFill>
              </a:rPr>
              <a:t>In 1979, beef was by far the most popular of these foods,with about 225 grams consumed person per week. Lamb and chicken were eaten in similar quantities(around 150 grams), while much less fish was consumed at just over 50 grams.</a:t>
            </a:r>
            <a:endParaRPr lang="zh-CN" altLang="en-US" sz="2400" b="1">
              <a:solidFill>
                <a:schemeClr val="tx1"/>
              </a:solidFill>
            </a:endParaRPr>
          </a:p>
          <a:p>
            <a:pPr>
              <a:buFont typeface="Arial" panose="020B0604020202020204" pitchFamily="34" charset="0"/>
              <a:buChar char="•"/>
            </a:pPr>
            <a:endParaRPr sz="2400" b="1">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07540" y="123190"/>
            <a:ext cx="7550150" cy="500380"/>
          </a:xfrm>
        </p:spPr>
        <p:txBody>
          <a:bodyPr/>
          <a:lstStyle/>
          <a:p>
            <a:pPr algn="l">
              <a:buClrTx/>
              <a:buSzTx/>
              <a:buFontTx/>
            </a:pPr>
            <a:r>
              <a:rPr lang="zh-CN" altLang="en-US" sz="2400" b="1" dirty="0" smtClean="0">
                <a:solidFill>
                  <a:schemeClr val="tx1"/>
                </a:solidFill>
                <a:latin typeface="Calibri" panose="020F0502020204030204" pitchFamily="34" charset="0"/>
                <a:cs typeface="Calibri" panose="020F0502020204030204" pitchFamily="34" charset="0"/>
              </a:rPr>
              <a:t>范文</a:t>
            </a:r>
            <a:endParaRPr lang="zh-CN" altLang="en-US" sz="2400" b="1" dirty="0" smtClean="0">
              <a:solidFill>
                <a:schemeClr val="tx1"/>
              </a:solidFill>
              <a:latin typeface="Calibri" panose="020F0502020204030204" pitchFamily="34" charset="0"/>
              <a:cs typeface="Calibri" panose="020F0502020204030204" pitchFamily="34" charset="0"/>
            </a:endParaRPr>
          </a:p>
        </p:txBody>
      </p:sp>
      <p:sp>
        <p:nvSpPr>
          <p:cNvPr id="3" name="内容占位符 2"/>
          <p:cNvSpPr>
            <a:spLocks noGrp="1"/>
          </p:cNvSpPr>
          <p:nvPr>
            <p:ph idx="1"/>
          </p:nvPr>
        </p:nvSpPr>
        <p:spPr>
          <a:xfrm>
            <a:off x="265430" y="601345"/>
            <a:ext cx="8776970" cy="4537710"/>
          </a:xfrm>
        </p:spPr>
        <p:txBody>
          <a:bodyPr/>
          <a:p>
            <a:pPr>
              <a:buFont typeface="Arial" panose="020B0604020202020204" pitchFamily="34" charset="0"/>
              <a:buChar char="•"/>
            </a:pPr>
            <a:r>
              <a:rPr sz="2000" b="1">
                <a:solidFill>
                  <a:schemeClr val="tx1"/>
                </a:solidFill>
              </a:rPr>
              <a:t>However, during this 25-year period, the consumption of beef and lamb fell dramatically to approximately 100 grams and 55 grams respectively. The consumption of fish also declined, but much less significantly to just below 50 grams, so although it remained the least popular food, consumption levels were the most stable.</a:t>
            </a:r>
            <a:endParaRPr sz="2000" b="1">
              <a:solidFill>
                <a:schemeClr val="tx1"/>
              </a:solidFill>
            </a:endParaRPr>
          </a:p>
          <a:p>
            <a:pPr>
              <a:buFont typeface="Arial" panose="020B0604020202020204" pitchFamily="34" charset="0"/>
              <a:buChar char="•"/>
            </a:pPr>
            <a:r>
              <a:rPr sz="2000" b="1">
                <a:solidFill>
                  <a:schemeClr val="tx1"/>
                </a:solidFill>
              </a:rPr>
              <a:t>The consumption of chicken, on the other hand, showed an upward trend, overtaking that of lamb in 1980 and that of beef in 1989. By 2004 it had soared to almost 250 grams per person per week. </a:t>
            </a:r>
            <a:endParaRPr sz="2000" b="1">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500"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500"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330200" y="719455"/>
            <a:ext cx="8601710" cy="4013200"/>
          </a:xfrm>
        </p:spPr>
        <p:txBody>
          <a:bodyPr/>
          <a:p>
            <a:r>
              <a:rPr>
                <a:solidFill>
                  <a:schemeClr val="tx1"/>
                </a:solidFill>
              </a:rPr>
              <a:t>连词</a:t>
            </a:r>
            <a:r>
              <a:rPr lang="en-US" altLang="zh-CN">
                <a:solidFill>
                  <a:schemeClr val="tx1"/>
                </a:solidFill>
              </a:rPr>
              <a:t>      </a:t>
            </a:r>
            <a:r>
              <a:rPr>
                <a:solidFill>
                  <a:schemeClr val="tx1"/>
                </a:solidFill>
              </a:rPr>
              <a:t>并列连词</a:t>
            </a:r>
            <a:endParaRPr>
              <a:solidFill>
                <a:schemeClr val="tx1"/>
              </a:solidFill>
            </a:endParaRPr>
          </a:p>
          <a:p>
            <a:r>
              <a:rPr>
                <a:solidFill>
                  <a:schemeClr val="tx1"/>
                </a:solidFill>
              </a:rPr>
              <a:t> </a:t>
            </a:r>
            <a:r>
              <a:rPr lang="en-US" altLang="zh-CN">
                <a:solidFill>
                  <a:schemeClr val="tx1"/>
                </a:solidFill>
              </a:rPr>
              <a:t>              </a:t>
            </a:r>
            <a:r>
              <a:rPr>
                <a:solidFill>
                  <a:schemeClr val="tx1"/>
                </a:solidFill>
              </a:rPr>
              <a:t>状语从句的连词</a:t>
            </a:r>
            <a:endParaRPr>
              <a:solidFill>
                <a:schemeClr val="tx1"/>
              </a:solidFill>
            </a:endParaRPr>
          </a:p>
          <a:p>
            <a:endParaRPr>
              <a:solidFill>
                <a:schemeClr val="tx1"/>
              </a:solidFill>
            </a:endParaRPr>
          </a:p>
          <a:p>
            <a:r>
              <a:rPr>
                <a:solidFill>
                  <a:schemeClr val="tx1"/>
                </a:solidFill>
              </a:rPr>
              <a:t>连词</a:t>
            </a:r>
            <a:r>
              <a:rPr lang="en-US" altLang="zh-CN">
                <a:solidFill>
                  <a:schemeClr val="tx1"/>
                </a:solidFill>
              </a:rPr>
              <a:t>+</a:t>
            </a:r>
            <a:r>
              <a:rPr>
                <a:solidFill>
                  <a:schemeClr val="tx1"/>
                </a:solidFill>
              </a:rPr>
              <a:t>完整句子</a:t>
            </a:r>
            <a:endParaRPr>
              <a:solidFill>
                <a:schemeClr val="tx1"/>
              </a:solidFill>
            </a:endParaRPr>
          </a:p>
          <a:p>
            <a:pPr marL="0" indent="0">
              <a:buNone/>
            </a:pPr>
            <a:endParaRPr u="sng">
              <a:solidFill>
                <a:srgbClr val="FF0000"/>
              </a:solidFill>
            </a:endParaRPr>
          </a:p>
        </p:txBody>
      </p:sp>
      <p:sp>
        <p:nvSpPr>
          <p:cNvPr id="2" name="左大括号 1"/>
          <p:cNvSpPr/>
          <p:nvPr/>
        </p:nvSpPr>
        <p:spPr>
          <a:xfrm>
            <a:off x="1619885" y="771525"/>
            <a:ext cx="194945" cy="941705"/>
          </a:xfrm>
          <a:prstGeom prst="leftBrac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547495" y="123190"/>
            <a:ext cx="7550150" cy="500380"/>
          </a:xfrm>
        </p:spPr>
        <p:txBody>
          <a:bodyPr/>
          <a:lstStyle/>
          <a:p>
            <a:pPr algn="l">
              <a:buClrTx/>
              <a:buSzTx/>
              <a:buFontTx/>
            </a:pPr>
            <a:r>
              <a:rPr lang="zh-CN" altLang="en-US" sz="2400" b="1" dirty="0" smtClean="0">
                <a:solidFill>
                  <a:schemeClr val="tx1"/>
                </a:solidFill>
                <a:latin typeface="Calibri" panose="020F0502020204030204" pitchFamily="34" charset="0"/>
                <a:cs typeface="Calibri" panose="020F0502020204030204" pitchFamily="34" charset="0"/>
              </a:rPr>
              <a:t>⑤</a:t>
            </a:r>
            <a:r>
              <a:rPr lang="en-US" altLang="zh-CN" sz="2400" b="1" dirty="0" smtClean="0">
                <a:solidFill>
                  <a:schemeClr val="tx1"/>
                </a:solidFill>
                <a:latin typeface="Calibri" panose="020F0502020204030204" pitchFamily="34" charset="0"/>
                <a:cs typeface="Calibri" panose="020F0502020204030204" pitchFamily="34" charset="0"/>
              </a:rPr>
              <a:t>状语从句--</a:t>
            </a:r>
            <a:r>
              <a:rPr lang="zh-CN" altLang="en-US" sz="2400" b="1" dirty="0" smtClean="0">
                <a:solidFill>
                  <a:schemeClr val="tx1"/>
                </a:solidFill>
                <a:latin typeface="Calibri" panose="020F0502020204030204" pitchFamily="34" charset="0"/>
                <a:cs typeface="Calibri" panose="020F0502020204030204" pitchFamily="34" charset="0"/>
              </a:rPr>
              <a:t>修饰动词或者限定句子</a:t>
            </a:r>
            <a:r>
              <a:rPr lang="en-US" altLang="zh-CN" sz="2400" b="1" dirty="0" smtClean="0">
                <a:solidFill>
                  <a:schemeClr val="tx1"/>
                </a:solidFill>
                <a:latin typeface="Calibri" panose="020F0502020204030204" pitchFamily="34" charset="0"/>
                <a:cs typeface="Calibri" panose="020F0502020204030204" pitchFamily="34" charset="0"/>
              </a:rPr>
              <a:t>--adv</a:t>
            </a:r>
            <a:endParaRPr lang="zh-CN" altLang="en-US" sz="2400" b="1" dirty="0" smtClean="0">
              <a:solidFill>
                <a:schemeClr val="tx1"/>
              </a:solidFill>
              <a:latin typeface="Calibri" panose="020F0502020204030204" pitchFamily="34" charset="0"/>
              <a:cs typeface="Calibri" panose="020F0502020204030204" pitchFamily="34" charset="0"/>
            </a:endParaRPr>
          </a:p>
        </p:txBody>
      </p:sp>
      <p:sp>
        <p:nvSpPr>
          <p:cNvPr id="3" name="内容占位符 2"/>
          <p:cNvSpPr>
            <a:spLocks noGrp="1"/>
          </p:cNvSpPr>
          <p:nvPr>
            <p:ph idx="1"/>
          </p:nvPr>
        </p:nvSpPr>
        <p:spPr>
          <a:xfrm>
            <a:off x="179705" y="724535"/>
            <a:ext cx="8806180" cy="3860165"/>
          </a:xfrm>
        </p:spPr>
        <p:txBody>
          <a:bodyPr/>
          <a:p>
            <a:pPr>
              <a:buFont typeface="Arial" panose="020B0604020202020204" pitchFamily="34" charset="0"/>
              <a:buChar char="•"/>
            </a:pPr>
            <a:r>
              <a:rPr lang="zh-CN" sz="2400" b="1">
                <a:solidFill>
                  <a:schemeClr val="tx1"/>
                </a:solidFill>
              </a:rPr>
              <a:t>时间状语从句：when; until; before; after; since; as</a:t>
            </a:r>
            <a:r>
              <a:rPr lang="en-US" altLang="zh-CN" sz="2400" b="1">
                <a:solidFill>
                  <a:schemeClr val="tx1"/>
                </a:solidFill>
              </a:rPr>
              <a:t>; as soon as</a:t>
            </a:r>
            <a:endParaRPr lang="zh-CN" sz="2400" b="1">
              <a:solidFill>
                <a:schemeClr val="tx1"/>
              </a:solidFill>
            </a:endParaRPr>
          </a:p>
          <a:p>
            <a:pPr>
              <a:buFont typeface="Arial" panose="020B0604020202020204" pitchFamily="34" charset="0"/>
              <a:buChar char="•"/>
            </a:pPr>
            <a:r>
              <a:rPr lang="zh-CN" altLang="en-US" sz="2400" b="1">
                <a:solidFill>
                  <a:schemeClr val="tx1"/>
                </a:solidFill>
              </a:rPr>
              <a:t>条件状语从句：</a:t>
            </a:r>
            <a:r>
              <a:rPr lang="en-US" altLang="zh-CN" sz="2400" b="1">
                <a:solidFill>
                  <a:schemeClr val="tx1"/>
                </a:solidFill>
              </a:rPr>
              <a:t>if; as long as; unless; once---</a:t>
            </a:r>
            <a:r>
              <a:rPr lang="zh-CN" altLang="en-US" sz="2400" b="1">
                <a:solidFill>
                  <a:schemeClr val="tx1"/>
                </a:solidFill>
              </a:rPr>
              <a:t>主将</a:t>
            </a:r>
            <a:r>
              <a:rPr lang="en-US" altLang="zh-CN" sz="2400" b="1">
                <a:solidFill>
                  <a:schemeClr val="tx1"/>
                </a:solidFill>
              </a:rPr>
              <a:t>/</a:t>
            </a:r>
            <a:r>
              <a:rPr lang="zh-CN" altLang="en-US" sz="2400" b="1">
                <a:solidFill>
                  <a:schemeClr val="tx1"/>
                </a:solidFill>
              </a:rPr>
              <a:t>情从现</a:t>
            </a:r>
            <a:endParaRPr lang="en-US" altLang="zh-CN" sz="2400" b="1">
              <a:solidFill>
                <a:schemeClr val="tx1"/>
              </a:solidFill>
            </a:endParaRPr>
          </a:p>
          <a:p>
            <a:pPr>
              <a:buFont typeface="Arial" panose="020B0604020202020204" pitchFamily="34" charset="0"/>
              <a:buChar char="•"/>
            </a:pPr>
            <a:r>
              <a:rPr lang="zh-CN" altLang="en-US" sz="2400" b="1">
                <a:solidFill>
                  <a:schemeClr val="tx1"/>
                </a:solidFill>
              </a:rPr>
              <a:t>原因状语从句：</a:t>
            </a:r>
            <a:r>
              <a:rPr lang="en-US" altLang="zh-CN" sz="2400" b="1">
                <a:solidFill>
                  <a:schemeClr val="tx1"/>
                </a:solidFill>
              </a:rPr>
              <a:t>because; since; as</a:t>
            </a:r>
            <a:endParaRPr lang="en-US" altLang="zh-CN" sz="2400" b="1">
              <a:solidFill>
                <a:schemeClr val="tx1"/>
              </a:solidFill>
            </a:endParaRPr>
          </a:p>
          <a:p>
            <a:pPr>
              <a:buFont typeface="Arial" panose="020B0604020202020204" pitchFamily="34" charset="0"/>
              <a:buChar char="•"/>
            </a:pPr>
            <a:r>
              <a:rPr lang="zh-CN" altLang="en-US" sz="2400" b="1">
                <a:solidFill>
                  <a:schemeClr val="tx1"/>
                </a:solidFill>
              </a:rPr>
              <a:t>目的</a:t>
            </a:r>
            <a:r>
              <a:rPr lang="en-US" altLang="zh-CN" sz="2400" b="1">
                <a:solidFill>
                  <a:schemeClr val="tx1"/>
                </a:solidFill>
              </a:rPr>
              <a:t>/</a:t>
            </a:r>
            <a:r>
              <a:rPr lang="zh-CN" altLang="en-US" sz="2400" b="1">
                <a:solidFill>
                  <a:schemeClr val="tx1"/>
                </a:solidFill>
              </a:rPr>
              <a:t>结果状语：</a:t>
            </a:r>
            <a:r>
              <a:rPr lang="en-US" altLang="zh-CN" sz="2400" b="1">
                <a:solidFill>
                  <a:schemeClr val="tx1"/>
                </a:solidFill>
              </a:rPr>
              <a:t>so that</a:t>
            </a:r>
            <a:endParaRPr lang="en-US" altLang="zh-CN" sz="2400" b="1">
              <a:solidFill>
                <a:schemeClr val="tx1"/>
              </a:solidFill>
            </a:endParaRPr>
          </a:p>
          <a:p>
            <a:pPr>
              <a:buFont typeface="Arial" panose="020B0604020202020204" pitchFamily="34" charset="0"/>
              <a:buChar char="•"/>
            </a:pPr>
            <a:r>
              <a:rPr lang="zh-CN" altLang="en-US" sz="2400" b="1">
                <a:solidFill>
                  <a:schemeClr val="tx1"/>
                </a:solidFill>
              </a:rPr>
              <a:t>让步状语从句：</a:t>
            </a:r>
            <a:r>
              <a:rPr lang="en-US" altLang="zh-CN" sz="2400" b="1">
                <a:solidFill>
                  <a:schemeClr val="tx1"/>
                </a:solidFill>
              </a:rPr>
              <a:t>although; though</a:t>
            </a:r>
            <a:endParaRPr lang="en-US" altLang="zh-CN" sz="2400" b="1">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547495" y="123190"/>
            <a:ext cx="7550150" cy="500380"/>
          </a:xfrm>
        </p:spPr>
        <p:txBody>
          <a:bodyPr/>
          <a:lstStyle/>
          <a:p>
            <a:pPr algn="l">
              <a:buClrTx/>
              <a:buSzTx/>
              <a:buFontTx/>
            </a:pPr>
            <a:r>
              <a:rPr lang="zh-CN" altLang="zh-CN" sz="2400" b="1" dirty="0" smtClean="0">
                <a:solidFill>
                  <a:schemeClr val="tx1"/>
                </a:solidFill>
                <a:latin typeface="Calibri" panose="020F0502020204030204" pitchFamily="34" charset="0"/>
                <a:cs typeface="Calibri" panose="020F0502020204030204" pitchFamily="34" charset="0"/>
                <a:sym typeface="+mn-ea"/>
              </a:rPr>
              <a:t>⑥</a:t>
            </a:r>
            <a:r>
              <a:rPr lang="en-US" altLang="zh-CN" sz="2400" b="1" dirty="0" smtClean="0">
                <a:solidFill>
                  <a:schemeClr val="tx1"/>
                </a:solidFill>
                <a:latin typeface="Calibri" panose="020F0502020204030204" pitchFamily="34" charset="0"/>
                <a:cs typeface="Calibri" panose="020F0502020204030204" pitchFamily="34" charset="0"/>
              </a:rPr>
              <a:t>状语从句--</a:t>
            </a:r>
            <a:r>
              <a:rPr lang="zh-CN" altLang="en-US" sz="2400" b="1" dirty="0" smtClean="0">
                <a:solidFill>
                  <a:schemeClr val="tx1"/>
                </a:solidFill>
                <a:latin typeface="Calibri" panose="020F0502020204030204" pitchFamily="34" charset="0"/>
                <a:cs typeface="Calibri" panose="020F0502020204030204" pitchFamily="34" charset="0"/>
              </a:rPr>
              <a:t>修饰动词或者限定句子</a:t>
            </a:r>
            <a:r>
              <a:rPr lang="en-US" altLang="zh-CN" sz="2400" b="1" dirty="0" smtClean="0">
                <a:solidFill>
                  <a:schemeClr val="tx1"/>
                </a:solidFill>
                <a:latin typeface="Calibri" panose="020F0502020204030204" pitchFamily="34" charset="0"/>
                <a:cs typeface="Calibri" panose="020F0502020204030204" pitchFamily="34" charset="0"/>
              </a:rPr>
              <a:t>--adv</a:t>
            </a:r>
            <a:endParaRPr lang="zh-CN" altLang="en-US" sz="2400" b="1" dirty="0" smtClean="0">
              <a:solidFill>
                <a:schemeClr val="tx1"/>
              </a:solidFill>
              <a:latin typeface="Calibri" panose="020F0502020204030204" pitchFamily="34" charset="0"/>
              <a:cs typeface="Calibri" panose="020F0502020204030204" pitchFamily="34" charset="0"/>
            </a:endParaRPr>
          </a:p>
        </p:txBody>
      </p:sp>
      <p:sp>
        <p:nvSpPr>
          <p:cNvPr id="3" name="内容占位符 2"/>
          <p:cNvSpPr>
            <a:spLocks noGrp="1"/>
          </p:cNvSpPr>
          <p:nvPr>
            <p:ph idx="1"/>
          </p:nvPr>
        </p:nvSpPr>
        <p:spPr>
          <a:xfrm>
            <a:off x="179705" y="724535"/>
            <a:ext cx="8806180" cy="3860165"/>
          </a:xfrm>
        </p:spPr>
        <p:txBody>
          <a:bodyPr/>
          <a:p>
            <a:pPr>
              <a:buFont typeface="Arial" panose="020B0604020202020204" pitchFamily="34" charset="0"/>
              <a:buChar char="•"/>
            </a:pPr>
            <a:r>
              <a:rPr lang="zh-CN" altLang="en-US" sz="2000" b="1">
                <a:solidFill>
                  <a:schemeClr val="tx1"/>
                </a:solidFill>
              </a:rPr>
              <a:t>当毕业生找工作的时候，他们往往优先重视工资。</a:t>
            </a:r>
            <a:r>
              <a:rPr lang="en-US" altLang="zh-CN" sz="2000" b="1">
                <a:solidFill>
                  <a:schemeClr val="tx1"/>
                </a:solidFill>
              </a:rPr>
              <a:t>look for; give top priority to; graduates</a:t>
            </a:r>
            <a:endParaRPr lang="en-US" altLang="zh-CN" sz="2000" b="1">
              <a:solidFill>
                <a:schemeClr val="tx1"/>
              </a:solidFill>
            </a:endParaRPr>
          </a:p>
          <a:p>
            <a:pPr>
              <a:buFont typeface="Arial" panose="020B0604020202020204" pitchFamily="34" charset="0"/>
              <a:buChar char="•"/>
            </a:pPr>
            <a:r>
              <a:rPr lang="en-US" altLang="zh-CN" sz="2000" b="1" u="sng">
                <a:solidFill>
                  <a:srgbClr val="FF0000"/>
                </a:solidFill>
              </a:rPr>
              <a:t>When graduates look for jobs</a:t>
            </a:r>
            <a:r>
              <a:rPr lang="en-US" altLang="zh-CN" sz="2000" b="1" u="sng">
                <a:solidFill>
                  <a:schemeClr val="tx1"/>
                </a:solidFill>
              </a:rPr>
              <a:t>,</a:t>
            </a:r>
            <a:r>
              <a:rPr lang="en-US" altLang="zh-CN" sz="2000" b="1">
                <a:solidFill>
                  <a:schemeClr val="tx1"/>
                </a:solidFill>
              </a:rPr>
              <a:t> they often give top priority to salaries.</a:t>
            </a:r>
            <a:endParaRPr lang="en-US" altLang="zh-CN" sz="2000" b="1">
              <a:solidFill>
                <a:schemeClr val="tx1"/>
              </a:solidFill>
            </a:endParaRPr>
          </a:p>
          <a:p>
            <a:pPr>
              <a:buFont typeface="Arial" panose="020B0604020202020204" pitchFamily="34" charset="0"/>
              <a:buChar char="•"/>
            </a:pPr>
            <a:r>
              <a:rPr lang="zh-CN" altLang="en-US" sz="2000" b="1">
                <a:solidFill>
                  <a:schemeClr val="tx1"/>
                </a:solidFill>
              </a:rPr>
              <a:t>如果家长在使用电子设备方面树立一个榜样，孩子们的屏幕时间会看见一个大幅度的下降。</a:t>
            </a:r>
            <a:r>
              <a:rPr lang="en-US" altLang="zh-CN" sz="2000" b="1">
                <a:solidFill>
                  <a:schemeClr val="tx1"/>
                </a:solidFill>
              </a:rPr>
              <a:t>electronic devices; screen time; set a good example </a:t>
            </a:r>
            <a:endParaRPr lang="en-US" altLang="zh-CN" sz="2000" b="1">
              <a:solidFill>
                <a:schemeClr val="tx1"/>
              </a:solidFill>
            </a:endParaRPr>
          </a:p>
          <a:p>
            <a:pPr>
              <a:buFont typeface="Arial" panose="020B0604020202020204" pitchFamily="34" charset="0"/>
              <a:buChar char="•"/>
            </a:pPr>
            <a:r>
              <a:rPr lang="en-US" altLang="zh-CN" sz="2000" b="1" u="sng">
                <a:solidFill>
                  <a:srgbClr val="FF0000"/>
                </a:solidFill>
              </a:rPr>
              <a:t>If parents can set a good example in using electronic devices</a:t>
            </a:r>
            <a:r>
              <a:rPr lang="en-US" altLang="zh-CN" sz="2000" b="1">
                <a:solidFill>
                  <a:schemeClr val="tx1"/>
                </a:solidFill>
              </a:rPr>
              <a:t>, children’s screen time will see a dramatic decrease.</a:t>
            </a:r>
            <a:endParaRPr lang="en-US" altLang="zh-CN" sz="2000" b="1">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547495" y="123190"/>
            <a:ext cx="7550150" cy="500380"/>
          </a:xfrm>
        </p:spPr>
        <p:txBody>
          <a:bodyPr/>
          <a:lstStyle/>
          <a:p>
            <a:pPr algn="l">
              <a:buClrTx/>
              <a:buSzTx/>
              <a:buFontTx/>
            </a:pPr>
            <a:r>
              <a:rPr lang="zh-CN" altLang="zh-CN" sz="2400" b="1" dirty="0" smtClean="0">
                <a:solidFill>
                  <a:schemeClr val="tx1"/>
                </a:solidFill>
                <a:latin typeface="Calibri" panose="020F0502020204030204" pitchFamily="34" charset="0"/>
                <a:cs typeface="Calibri" panose="020F0502020204030204" pitchFamily="34" charset="0"/>
                <a:sym typeface="+mn-ea"/>
              </a:rPr>
              <a:t>⑥</a:t>
            </a:r>
            <a:r>
              <a:rPr lang="en-US" altLang="zh-CN" sz="2400" b="1" dirty="0" smtClean="0">
                <a:solidFill>
                  <a:schemeClr val="tx1"/>
                </a:solidFill>
                <a:latin typeface="Calibri" panose="020F0502020204030204" pitchFamily="34" charset="0"/>
                <a:cs typeface="Calibri" panose="020F0502020204030204" pitchFamily="34" charset="0"/>
              </a:rPr>
              <a:t>状语从句--</a:t>
            </a:r>
            <a:r>
              <a:rPr lang="zh-CN" altLang="en-US" sz="2400" b="1" dirty="0" smtClean="0">
                <a:solidFill>
                  <a:schemeClr val="tx1"/>
                </a:solidFill>
                <a:latin typeface="Calibri" panose="020F0502020204030204" pitchFamily="34" charset="0"/>
                <a:cs typeface="Calibri" panose="020F0502020204030204" pitchFamily="34" charset="0"/>
              </a:rPr>
              <a:t>修饰动词或者限定句子</a:t>
            </a:r>
            <a:r>
              <a:rPr lang="en-US" altLang="zh-CN" sz="2400" b="1" dirty="0" smtClean="0">
                <a:solidFill>
                  <a:schemeClr val="tx1"/>
                </a:solidFill>
                <a:latin typeface="Calibri" panose="020F0502020204030204" pitchFamily="34" charset="0"/>
                <a:cs typeface="Calibri" panose="020F0502020204030204" pitchFamily="34" charset="0"/>
              </a:rPr>
              <a:t>--adv</a:t>
            </a:r>
            <a:endParaRPr lang="zh-CN" altLang="en-US" sz="2400" b="1" dirty="0" smtClean="0">
              <a:solidFill>
                <a:schemeClr val="tx1"/>
              </a:solidFill>
              <a:latin typeface="Calibri" panose="020F0502020204030204" pitchFamily="34" charset="0"/>
              <a:cs typeface="Calibri" panose="020F0502020204030204" pitchFamily="34" charset="0"/>
            </a:endParaRPr>
          </a:p>
        </p:txBody>
      </p:sp>
      <p:sp>
        <p:nvSpPr>
          <p:cNvPr id="3" name="内容占位符 2"/>
          <p:cNvSpPr>
            <a:spLocks noGrp="1"/>
          </p:cNvSpPr>
          <p:nvPr>
            <p:ph idx="1"/>
          </p:nvPr>
        </p:nvSpPr>
        <p:spPr>
          <a:xfrm>
            <a:off x="179705" y="724535"/>
            <a:ext cx="9112885" cy="3860165"/>
          </a:xfrm>
        </p:spPr>
        <p:txBody>
          <a:bodyPr/>
          <a:p>
            <a:pPr>
              <a:buFont typeface="Arial" panose="020B0604020202020204" pitchFamily="34" charset="0"/>
              <a:buChar char="•"/>
            </a:pPr>
            <a:r>
              <a:rPr lang="zh-CN" altLang="en-US" sz="2000" b="1">
                <a:solidFill>
                  <a:schemeClr val="tx1"/>
                </a:solidFill>
              </a:rPr>
              <a:t>很多人反对动物实验因为他是残忍的。</a:t>
            </a:r>
            <a:r>
              <a:rPr lang="en-US" altLang="zh-CN" sz="2000" b="1">
                <a:solidFill>
                  <a:schemeClr val="tx1"/>
                </a:solidFill>
              </a:rPr>
              <a:t>be against</a:t>
            </a:r>
            <a:endParaRPr lang="en-US" altLang="zh-CN" sz="2000" b="1">
              <a:solidFill>
                <a:schemeClr val="tx1"/>
              </a:solidFill>
            </a:endParaRPr>
          </a:p>
          <a:p>
            <a:pPr>
              <a:buFont typeface="Arial" panose="020B0604020202020204" pitchFamily="34" charset="0"/>
              <a:buChar char="•"/>
            </a:pPr>
            <a:r>
              <a:rPr lang="en-US" altLang="zh-CN" sz="2000" b="1">
                <a:solidFill>
                  <a:schemeClr val="tx1"/>
                </a:solidFill>
              </a:rPr>
              <a:t>Many people are against animal testing </a:t>
            </a:r>
            <a:r>
              <a:rPr lang="en-US" altLang="zh-CN" sz="2000" b="1" u="sng">
                <a:solidFill>
                  <a:srgbClr val="FF0000"/>
                </a:solidFill>
              </a:rPr>
              <a:t>because it is cruel</a:t>
            </a:r>
            <a:r>
              <a:rPr lang="en-US" altLang="zh-CN" sz="2000" b="1">
                <a:solidFill>
                  <a:schemeClr val="tx1"/>
                </a:solidFill>
              </a:rPr>
              <a:t>.</a:t>
            </a:r>
            <a:endParaRPr lang="en-US" altLang="zh-CN" sz="2000" b="1">
              <a:solidFill>
                <a:schemeClr val="tx1"/>
              </a:solidFill>
            </a:endParaRPr>
          </a:p>
          <a:p>
            <a:pPr>
              <a:buFont typeface="Arial" panose="020B0604020202020204" pitchFamily="34" charset="0"/>
              <a:buChar char="•"/>
            </a:pPr>
            <a:r>
              <a:rPr lang="en-US" altLang="zh-CN" sz="2000" b="1">
                <a:solidFill>
                  <a:schemeClr val="tx1"/>
                </a:solidFill>
                <a:sym typeface="+mn-ea"/>
              </a:rPr>
              <a:t>Many people are against animal testing. B</a:t>
            </a:r>
            <a:r>
              <a:rPr lang="en-US" altLang="zh-CN" sz="2000" b="1" u="sng">
                <a:solidFill>
                  <a:srgbClr val="FF0000"/>
                </a:solidFill>
                <a:sym typeface="+mn-ea"/>
              </a:rPr>
              <a:t>ecause it is cruel. </a:t>
            </a:r>
            <a:r>
              <a:rPr lang="zh-CN" altLang="en-US" sz="2000" b="1" u="sng">
                <a:solidFill>
                  <a:srgbClr val="FF0000"/>
                </a:solidFill>
                <a:sym typeface="+mn-ea"/>
              </a:rPr>
              <a:t>×</a:t>
            </a:r>
            <a:r>
              <a:rPr lang="zh-CN" altLang="en-US" b="1" u="sng">
                <a:solidFill>
                  <a:srgbClr val="FF0000"/>
                </a:solidFill>
                <a:sym typeface="+mn-ea"/>
              </a:rPr>
              <a:t>（从句不能单独存在）</a:t>
            </a:r>
            <a:endParaRPr lang="zh-CN" altLang="en-US" b="1" u="sng">
              <a:solidFill>
                <a:srgbClr val="FF0000"/>
              </a:solidFill>
              <a:sym typeface="+mn-ea"/>
            </a:endParaRPr>
          </a:p>
          <a:p>
            <a:pPr>
              <a:buFont typeface="Arial" panose="020B0604020202020204" pitchFamily="34" charset="0"/>
              <a:buChar char="•"/>
            </a:pPr>
            <a:r>
              <a:rPr lang="en-US" altLang="zh-CN" sz="2000" b="1">
                <a:solidFill>
                  <a:schemeClr val="tx1"/>
                </a:solidFill>
                <a:sym typeface="+mn-ea"/>
              </a:rPr>
              <a:t>Many people are against animal testing. This is b</a:t>
            </a:r>
            <a:r>
              <a:rPr lang="en-US" altLang="zh-CN" sz="2000" b="1" u="sng">
                <a:solidFill>
                  <a:srgbClr val="FF0000"/>
                </a:solidFill>
                <a:sym typeface="+mn-ea"/>
              </a:rPr>
              <a:t>ecause it is cruel. √</a:t>
            </a:r>
            <a:endParaRPr lang="en-US" altLang="zh-CN" sz="2000" b="1" u="sng">
              <a:solidFill>
                <a:srgbClr val="FF0000"/>
              </a:solidFill>
              <a:sym typeface="+mn-ea"/>
            </a:endParaRPr>
          </a:p>
          <a:p>
            <a:pPr>
              <a:buFont typeface="Arial" panose="020B0604020202020204" pitchFamily="34" charset="0"/>
              <a:buChar char="•"/>
            </a:pPr>
            <a:r>
              <a:rPr lang="zh-CN" altLang="en-US" sz="2400" b="1">
                <a:solidFill>
                  <a:schemeClr val="tx1"/>
                </a:solidFill>
              </a:rPr>
              <a:t>手机的使用已经严重影响了我们的公用生活以至于一些人把它和吸烟作比较。</a:t>
            </a:r>
            <a:endParaRPr lang="zh-CN" altLang="en-US" sz="2400" b="1">
              <a:solidFill>
                <a:schemeClr val="tx1"/>
              </a:solidFill>
            </a:endParaRPr>
          </a:p>
          <a:p>
            <a:pPr>
              <a:buFont typeface="Arial" panose="020B0604020202020204" pitchFamily="34" charset="0"/>
              <a:buChar char="•"/>
            </a:pPr>
            <a:r>
              <a:rPr lang="en-US" altLang="zh-CN" sz="2400" b="1">
                <a:solidFill>
                  <a:schemeClr val="tx1"/>
                </a:solidFill>
              </a:rPr>
              <a:t>The use of phones has seriously affected our public life</a:t>
            </a:r>
            <a:r>
              <a:rPr lang="en-US" altLang="zh-CN" sz="2400" b="1">
                <a:solidFill>
                  <a:srgbClr val="FF0000"/>
                </a:solidFill>
              </a:rPr>
              <a:t> </a:t>
            </a:r>
            <a:r>
              <a:rPr lang="en-US" altLang="zh-CN" sz="2400" b="1" u="sng">
                <a:solidFill>
                  <a:srgbClr val="FF0000"/>
                </a:solidFill>
              </a:rPr>
              <a:t>so that some people begin to compare it with smoking</a:t>
            </a:r>
            <a:r>
              <a:rPr lang="en-US" altLang="zh-CN" sz="2400" b="1">
                <a:solidFill>
                  <a:schemeClr val="tx1"/>
                </a:solidFill>
              </a:rPr>
              <a:t>.</a:t>
            </a:r>
            <a:endParaRPr lang="en-US" altLang="zh-CN" sz="2400" b="1">
              <a:solidFill>
                <a:schemeClr val="tx1"/>
              </a:solidFill>
            </a:endParaRPr>
          </a:p>
          <a:p>
            <a:pPr>
              <a:buFont typeface="Arial" panose="020B0604020202020204" pitchFamily="34" charset="0"/>
              <a:buChar char="•"/>
            </a:pPr>
            <a:endParaRPr lang="en-US" altLang="zh-CN" sz="2400" b="1">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547495" y="123190"/>
            <a:ext cx="7550150" cy="500380"/>
          </a:xfrm>
        </p:spPr>
        <p:txBody>
          <a:bodyPr/>
          <a:lstStyle/>
          <a:p>
            <a:pPr algn="l">
              <a:buClrTx/>
              <a:buSzTx/>
              <a:buFontTx/>
            </a:pPr>
            <a:r>
              <a:rPr lang="zh-CN" altLang="zh-CN" sz="2400" b="1" dirty="0" smtClean="0">
                <a:solidFill>
                  <a:schemeClr val="tx1"/>
                </a:solidFill>
                <a:latin typeface="Calibri" panose="020F0502020204030204" pitchFamily="34" charset="0"/>
                <a:cs typeface="Calibri" panose="020F0502020204030204" pitchFamily="34" charset="0"/>
                <a:sym typeface="+mn-ea"/>
              </a:rPr>
              <a:t>⑥</a:t>
            </a:r>
            <a:r>
              <a:rPr lang="en-US" altLang="zh-CN" sz="2400" b="1" dirty="0" smtClean="0">
                <a:solidFill>
                  <a:schemeClr val="tx1"/>
                </a:solidFill>
                <a:latin typeface="Calibri" panose="020F0502020204030204" pitchFamily="34" charset="0"/>
                <a:cs typeface="Calibri" panose="020F0502020204030204" pitchFamily="34" charset="0"/>
              </a:rPr>
              <a:t>状语从句--</a:t>
            </a:r>
            <a:r>
              <a:rPr lang="zh-CN" altLang="en-US" sz="2400" b="1" dirty="0" smtClean="0">
                <a:solidFill>
                  <a:schemeClr val="tx1"/>
                </a:solidFill>
                <a:latin typeface="Calibri" panose="020F0502020204030204" pitchFamily="34" charset="0"/>
                <a:cs typeface="Calibri" panose="020F0502020204030204" pitchFamily="34" charset="0"/>
              </a:rPr>
              <a:t>修饰动词或者限定句子</a:t>
            </a:r>
            <a:r>
              <a:rPr lang="en-US" altLang="zh-CN" sz="2400" b="1" dirty="0" smtClean="0">
                <a:solidFill>
                  <a:schemeClr val="tx1"/>
                </a:solidFill>
                <a:latin typeface="Calibri" panose="020F0502020204030204" pitchFamily="34" charset="0"/>
                <a:cs typeface="Calibri" panose="020F0502020204030204" pitchFamily="34" charset="0"/>
              </a:rPr>
              <a:t>--adv</a:t>
            </a:r>
            <a:endParaRPr lang="zh-CN" altLang="en-US" sz="2400" b="1" dirty="0" smtClean="0">
              <a:solidFill>
                <a:schemeClr val="tx1"/>
              </a:solidFill>
              <a:latin typeface="Calibri" panose="020F0502020204030204" pitchFamily="34" charset="0"/>
              <a:cs typeface="Calibri" panose="020F0502020204030204" pitchFamily="34" charset="0"/>
            </a:endParaRPr>
          </a:p>
        </p:txBody>
      </p:sp>
      <p:sp>
        <p:nvSpPr>
          <p:cNvPr id="3" name="内容占位符 2"/>
          <p:cNvSpPr>
            <a:spLocks noGrp="1"/>
          </p:cNvSpPr>
          <p:nvPr>
            <p:ph idx="1"/>
          </p:nvPr>
        </p:nvSpPr>
        <p:spPr>
          <a:xfrm>
            <a:off x="179705" y="724535"/>
            <a:ext cx="8684260" cy="3860165"/>
          </a:xfrm>
        </p:spPr>
        <p:txBody>
          <a:bodyPr/>
          <a:p>
            <a:pPr>
              <a:buFont typeface="Arial" panose="020B0604020202020204" pitchFamily="34" charset="0"/>
              <a:buChar char="•"/>
            </a:pPr>
            <a:r>
              <a:rPr lang="zh-CN" altLang="en-US" sz="2400" b="1">
                <a:solidFill>
                  <a:schemeClr val="tx1"/>
                </a:solidFill>
              </a:rPr>
              <a:t>微信已经逐渐成为中国青少年最受欢迎的软件之一，因为他们可以在通过它联系他们的朋友。</a:t>
            </a:r>
            <a:endParaRPr lang="zh-CN" altLang="en-US" sz="2400" b="1">
              <a:solidFill>
                <a:schemeClr val="tx1"/>
              </a:solidFill>
            </a:endParaRPr>
          </a:p>
          <a:p>
            <a:pPr>
              <a:buFont typeface="Arial" panose="020B0604020202020204" pitchFamily="34" charset="0"/>
              <a:buChar char="•"/>
            </a:pPr>
            <a:r>
              <a:rPr lang="en-US" altLang="zh-CN" sz="2400" b="1">
                <a:solidFill>
                  <a:schemeClr val="tx1"/>
                </a:solidFill>
              </a:rPr>
              <a:t> application; gradually</a:t>
            </a:r>
            <a:endParaRPr lang="en-US" altLang="zh-CN" sz="2400" b="1">
              <a:solidFill>
                <a:schemeClr val="tx1"/>
              </a:solidFill>
            </a:endParaRPr>
          </a:p>
          <a:p>
            <a:pPr>
              <a:buFont typeface="Arial" panose="020B0604020202020204" pitchFamily="34" charset="0"/>
              <a:buChar char="•"/>
            </a:pPr>
            <a:r>
              <a:rPr lang="en-US" altLang="zh-CN" sz="2400" b="1">
                <a:solidFill>
                  <a:schemeClr val="tx1"/>
                </a:solidFill>
              </a:rPr>
              <a:t>Wechat </a:t>
            </a:r>
            <a:r>
              <a:rPr lang="en-US" altLang="zh-CN" sz="2400" b="1" u="sng">
                <a:solidFill>
                  <a:srgbClr val="FF0000"/>
                </a:solidFill>
              </a:rPr>
              <a:t>has gradually become</a:t>
            </a:r>
            <a:r>
              <a:rPr lang="en-US" altLang="zh-CN" sz="2400" b="1">
                <a:solidFill>
                  <a:schemeClr val="tx1"/>
                </a:solidFill>
              </a:rPr>
              <a:t> one of the most popular applications for teenagers in China </a:t>
            </a:r>
            <a:r>
              <a:rPr lang="en-US" altLang="zh-CN" sz="2400" b="1" u="sng">
                <a:solidFill>
                  <a:srgbClr val="FF0000"/>
                </a:solidFill>
              </a:rPr>
              <a:t>because they can contact their friends throught it</a:t>
            </a:r>
            <a:r>
              <a:rPr lang="en-US" altLang="zh-CN" sz="2400" b="1">
                <a:solidFill>
                  <a:schemeClr val="tx1"/>
                </a:solidFill>
              </a:rPr>
              <a:t>.</a:t>
            </a:r>
            <a:endParaRPr lang="en-US" altLang="zh-CN" sz="2400" b="1">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38150" y="684530"/>
            <a:ext cx="8248650" cy="4048125"/>
          </a:xfrm>
        </p:spPr>
        <p:txBody>
          <a:bodyPr/>
          <a:lstStyle/>
          <a:p>
            <a:pPr marL="285750" indent="-285750">
              <a:lnSpc>
                <a:spcPct val="170000"/>
              </a:lnSpc>
              <a:buFont typeface="Arial" panose="020B0604020202020204" pitchFamily="34" charset="0"/>
              <a:buChar char="•"/>
            </a:pPr>
            <a:r>
              <a:rPr lang="en-US" altLang="zh-CN" b="1" dirty="0" smtClean="0">
                <a:solidFill>
                  <a:schemeClr val="tx1"/>
                </a:solidFill>
                <a:latin typeface="Verdana" panose="020B0604030504040204" pitchFamily="34" charset="0"/>
                <a:cs typeface="Verdana" panose="020B0604030504040204" pitchFamily="34" charset="0"/>
              </a:rPr>
              <a:t>虽然线上阅读很方便，我仍认为纸质书扮演了一个不可替代的角色。Indispensable</a:t>
            </a:r>
            <a:endParaRPr lang="en-US" altLang="zh-CN" b="1" dirty="0" smtClean="0">
              <a:solidFill>
                <a:schemeClr val="tx1"/>
              </a:solidFill>
              <a:latin typeface="Verdana" panose="020B0604030504040204" pitchFamily="34" charset="0"/>
              <a:cs typeface="Verdana" panose="020B0604030504040204" pitchFamily="34" charset="0"/>
            </a:endParaRPr>
          </a:p>
          <a:p>
            <a:pPr marL="285750" indent="-285750">
              <a:lnSpc>
                <a:spcPct val="170000"/>
              </a:lnSpc>
              <a:buFont typeface="Arial" panose="020B0604020202020204" pitchFamily="34" charset="0"/>
              <a:buChar char="•"/>
            </a:pPr>
            <a:r>
              <a:rPr lang="en-US" altLang="zh-CN" b="1" u="sng" dirty="0" smtClean="0">
                <a:solidFill>
                  <a:srgbClr val="FF0000"/>
                </a:solidFill>
                <a:latin typeface="Verdana" panose="020B0604030504040204" pitchFamily="34" charset="0"/>
                <a:cs typeface="Verdana" panose="020B0604030504040204" pitchFamily="34" charset="0"/>
              </a:rPr>
              <a:t>Although it is convenient to read online,</a:t>
            </a:r>
            <a:r>
              <a:rPr lang="en-US" altLang="zh-CN" b="1" dirty="0" smtClean="0">
                <a:solidFill>
                  <a:srgbClr val="0070C0"/>
                </a:solidFill>
                <a:latin typeface="Verdana" panose="020B0604030504040204" pitchFamily="34" charset="0"/>
                <a:cs typeface="Verdana" panose="020B0604030504040204" pitchFamily="34" charset="0"/>
              </a:rPr>
              <a:t> I still believe that printed book plays an indispensable role.</a:t>
            </a:r>
            <a:endParaRPr lang="en-US" altLang="zh-CN" b="1" dirty="0" smtClean="0">
              <a:solidFill>
                <a:srgbClr val="0070C0"/>
              </a:solidFill>
              <a:latin typeface="Verdana" panose="020B0604030504040204" pitchFamily="34" charset="0"/>
              <a:cs typeface="Verdana" panose="020B0604030504040204" pitchFamily="34" charset="0"/>
            </a:endParaRPr>
          </a:p>
          <a:p>
            <a:pPr marL="285750" indent="-285750">
              <a:lnSpc>
                <a:spcPct val="170000"/>
              </a:lnSpc>
              <a:buFont typeface="Arial" panose="020B0604020202020204" pitchFamily="34" charset="0"/>
              <a:buChar char="•"/>
            </a:pPr>
            <a:r>
              <a:rPr lang="en-US" altLang="zh-CN" b="1" dirty="0" smtClean="0">
                <a:solidFill>
                  <a:schemeClr val="tx1"/>
                </a:solidFill>
                <a:latin typeface="Verdana" panose="020B0604030504040204" pitchFamily="34" charset="0"/>
                <a:cs typeface="Verdana" panose="020B0604030504040204" pitchFamily="34" charset="0"/>
              </a:rPr>
              <a:t>虽然线上欣赏艺术品很方便，我仍认为博物馆和画廊扮演不可替代的角色。</a:t>
            </a:r>
            <a:endParaRPr lang="en-US" altLang="zh-CN" b="1" dirty="0" smtClean="0">
              <a:solidFill>
                <a:schemeClr val="tx1"/>
              </a:solidFill>
              <a:latin typeface="Verdana" panose="020B0604030504040204" pitchFamily="34" charset="0"/>
              <a:cs typeface="Verdana" panose="020B0604030504040204" pitchFamily="34" charset="0"/>
            </a:endParaRPr>
          </a:p>
          <a:p>
            <a:pPr marL="285750" indent="-285750">
              <a:lnSpc>
                <a:spcPct val="170000"/>
              </a:lnSpc>
              <a:buFont typeface="Arial" panose="020B0604020202020204" pitchFamily="34" charset="0"/>
              <a:buChar char="•"/>
            </a:pPr>
            <a:r>
              <a:rPr lang="en-US" altLang="zh-CN" b="1" u="sng" dirty="0" smtClean="0">
                <a:solidFill>
                  <a:srgbClr val="FF0000"/>
                </a:solidFill>
                <a:latin typeface="Verdana" panose="020B0604030504040204" pitchFamily="34" charset="0"/>
                <a:cs typeface="Verdana" panose="020B0604030504040204" pitchFamily="34" charset="0"/>
              </a:rPr>
              <a:t>Although it is convenient to appreciate artworks online</a:t>
            </a:r>
            <a:r>
              <a:rPr lang="en-US" altLang="zh-CN" b="1" dirty="0" smtClean="0">
                <a:solidFill>
                  <a:schemeClr val="tx1"/>
                </a:solidFill>
                <a:latin typeface="Verdana" panose="020B0604030504040204" pitchFamily="34" charset="0"/>
                <a:cs typeface="Verdana" panose="020B0604030504040204" pitchFamily="34" charset="0"/>
              </a:rPr>
              <a:t>, I still believe that museums and gallaries play an indispensable role.</a:t>
            </a:r>
            <a:endParaRPr lang="en-US" altLang="zh-CN" b="1" dirty="0" smtClean="0">
              <a:solidFill>
                <a:schemeClr val="tx1"/>
              </a:solidFill>
              <a:latin typeface="Verdana" panose="020B0604030504040204" pitchFamily="34" charset="0"/>
              <a:cs typeface="Verdana" panose="020B0604030504040204" pitchFamily="34" charset="0"/>
            </a:endParaRPr>
          </a:p>
          <a:p>
            <a:pPr marL="285750" indent="-285750">
              <a:lnSpc>
                <a:spcPct val="170000"/>
              </a:lnSpc>
              <a:buFont typeface="Arial" panose="020B0604020202020204" pitchFamily="34" charset="0"/>
              <a:buChar char="•"/>
            </a:pPr>
            <a:endParaRPr lang="en-US" altLang="zh-CN" b="1" dirty="0" smtClean="0">
              <a:solidFill>
                <a:srgbClr val="0070C0"/>
              </a:solidFill>
              <a:latin typeface="Verdana" panose="020B0604030504040204" pitchFamily="34" charset="0"/>
              <a:cs typeface="Verdan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38150" y="684530"/>
            <a:ext cx="8248650" cy="4048125"/>
          </a:xfrm>
        </p:spPr>
        <p:txBody>
          <a:bodyPr/>
          <a:lstStyle/>
          <a:p>
            <a:pPr marL="285750" indent="-285750">
              <a:lnSpc>
                <a:spcPct val="170000"/>
              </a:lnSpc>
              <a:buFont typeface="Arial" panose="020B0604020202020204" pitchFamily="34" charset="0"/>
              <a:buChar char="•"/>
            </a:pPr>
            <a:r>
              <a:rPr lang="en-US" altLang="zh-CN" b="1" dirty="0" smtClean="0">
                <a:solidFill>
                  <a:schemeClr val="tx1"/>
                </a:solidFill>
                <a:latin typeface="Verdana" panose="020B0604030504040204" pitchFamily="34" charset="0"/>
                <a:cs typeface="Verdana" panose="020B0604030504040204" pitchFamily="34" charset="0"/>
              </a:rPr>
              <a:t>虽然</a:t>
            </a:r>
            <a:r>
              <a:rPr lang="zh-CN" altLang="en-US" b="1" dirty="0" smtClean="0">
                <a:solidFill>
                  <a:schemeClr val="tx1"/>
                </a:solidFill>
                <a:latin typeface="Verdana" panose="020B0604030504040204" pitchFamily="34" charset="0"/>
                <a:cs typeface="Verdana" panose="020B0604030504040204" pitchFamily="34" charset="0"/>
              </a:rPr>
              <a:t>保护野生动物很重要，我仍认为钱应该先被花在公共服务上。</a:t>
            </a:r>
            <a:endParaRPr lang="zh-CN" altLang="en-US" b="1" dirty="0" smtClean="0">
              <a:solidFill>
                <a:schemeClr val="tx1"/>
              </a:solidFill>
              <a:latin typeface="Verdana" panose="020B0604030504040204" pitchFamily="34" charset="0"/>
              <a:cs typeface="Verdana" panose="020B0604030504040204" pitchFamily="34" charset="0"/>
            </a:endParaRPr>
          </a:p>
          <a:p>
            <a:pPr marL="285750" indent="-285750">
              <a:lnSpc>
                <a:spcPct val="170000"/>
              </a:lnSpc>
              <a:buFont typeface="Arial" panose="020B0604020202020204" pitchFamily="34" charset="0"/>
              <a:buChar char="•"/>
            </a:pPr>
            <a:r>
              <a:rPr lang="zh-CN" altLang="en-US" b="1" u="sng" dirty="0" smtClean="0">
                <a:solidFill>
                  <a:srgbClr val="FF0000"/>
                </a:solidFill>
                <a:latin typeface="Verdana" panose="020B0604030504040204" pitchFamily="34" charset="0"/>
                <a:cs typeface="Verdana" panose="020B0604030504040204" pitchFamily="34" charset="0"/>
              </a:rPr>
              <a:t>Although it is important to protect wild animals</a:t>
            </a:r>
            <a:r>
              <a:rPr lang="zh-CN" altLang="en-US" b="1" dirty="0" smtClean="0">
                <a:solidFill>
                  <a:schemeClr val="tx1"/>
                </a:solidFill>
                <a:latin typeface="Verdana" panose="020B0604030504040204" pitchFamily="34" charset="0"/>
                <a:cs typeface="Verdana" panose="020B0604030504040204" pitchFamily="34" charset="0"/>
              </a:rPr>
              <a:t>, I still believe that money should be spent on public services first.</a:t>
            </a:r>
            <a:endParaRPr lang="zh-CN" altLang="en-US" b="1" dirty="0" smtClean="0">
              <a:solidFill>
                <a:schemeClr val="tx1"/>
              </a:solidFill>
              <a:latin typeface="Verdana" panose="020B0604030504040204" pitchFamily="34" charset="0"/>
              <a:cs typeface="Verdana" panose="020B0604030504040204" pitchFamily="34" charset="0"/>
            </a:endParaRPr>
          </a:p>
          <a:p>
            <a:pPr marL="285750" indent="-285750">
              <a:lnSpc>
                <a:spcPct val="170000"/>
              </a:lnSpc>
              <a:buFont typeface="Arial" panose="020B0604020202020204" pitchFamily="34" charset="0"/>
              <a:buChar char="•"/>
            </a:pPr>
            <a:r>
              <a:rPr lang="en-US" altLang="zh-CN" b="1" dirty="0" smtClean="0">
                <a:solidFill>
                  <a:schemeClr val="tx1"/>
                </a:solidFill>
                <a:latin typeface="Verdana" panose="020B0604030504040204" pitchFamily="34" charset="0"/>
                <a:cs typeface="Verdana" panose="020B0604030504040204" pitchFamily="34" charset="0"/>
              </a:rPr>
              <a:t>Despite the importance of protecting wild animals,.....</a:t>
            </a:r>
            <a:endParaRPr lang="en-US" altLang="zh-CN" b="1" dirty="0" smtClean="0">
              <a:solidFill>
                <a:schemeClr val="tx1"/>
              </a:solidFill>
              <a:latin typeface="Verdana" panose="020B0604030504040204" pitchFamily="34" charset="0"/>
              <a:cs typeface="Verdana" panose="020B0604030504040204" pitchFamily="34" charset="0"/>
            </a:endParaRPr>
          </a:p>
          <a:p>
            <a:pPr marL="285750" indent="-285750">
              <a:lnSpc>
                <a:spcPct val="170000"/>
              </a:lnSpc>
              <a:buFont typeface="Arial" panose="020B0604020202020204" pitchFamily="34" charset="0"/>
              <a:buChar char="•"/>
            </a:pPr>
            <a:r>
              <a:rPr lang="zh-CN" altLang="en-US" b="1" dirty="0" smtClean="0">
                <a:solidFill>
                  <a:schemeClr val="tx1"/>
                </a:solidFill>
                <a:latin typeface="Verdana" panose="020B0604030504040204" pitchFamily="34" charset="0"/>
                <a:cs typeface="Verdana" panose="020B0604030504040204" pitchFamily="34" charset="0"/>
              </a:rPr>
              <a:t>在波动中上升</a:t>
            </a:r>
            <a:endParaRPr lang="zh-CN" altLang="en-US" b="1" dirty="0" smtClean="0">
              <a:solidFill>
                <a:schemeClr val="tx1"/>
              </a:solidFill>
              <a:latin typeface="Verdana" panose="020B0604030504040204" pitchFamily="34" charset="0"/>
              <a:cs typeface="Verdana" panose="020B0604030504040204" pitchFamily="34" charset="0"/>
            </a:endParaRPr>
          </a:p>
          <a:p>
            <a:pPr marL="285750" indent="-285750">
              <a:lnSpc>
                <a:spcPct val="170000"/>
              </a:lnSpc>
              <a:buFont typeface="Arial" panose="020B0604020202020204" pitchFamily="34" charset="0"/>
              <a:buChar char="•"/>
            </a:pPr>
            <a:r>
              <a:rPr lang="en-US" altLang="zh-CN" b="1" dirty="0" smtClean="0">
                <a:solidFill>
                  <a:schemeClr val="tx1"/>
                </a:solidFill>
                <a:latin typeface="Verdana" panose="020B0604030504040204" pitchFamily="34" charset="0"/>
                <a:cs typeface="Verdana" panose="020B0604030504040204" pitchFamily="34" charset="0"/>
              </a:rPr>
              <a:t>Despite some fluctuation, the proportion of girls saw an increasing trend in general.</a:t>
            </a:r>
            <a:endParaRPr lang="en-US" altLang="zh-CN" b="1" dirty="0" smtClean="0">
              <a:solidFill>
                <a:schemeClr val="tx1"/>
              </a:solidFill>
              <a:latin typeface="Verdana" panose="020B0604030504040204" pitchFamily="34" charset="0"/>
              <a:cs typeface="Verdan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olidFill>
                  <a:schemeClr val="tx1"/>
                </a:solidFill>
                <a:sym typeface="+mn-ea"/>
              </a:rPr>
              <a:t>⑥</a:t>
            </a:r>
            <a:r>
              <a:rPr lang="en-US" altLang="zh-CN">
                <a:solidFill>
                  <a:schemeClr val="tx1"/>
                </a:solidFill>
                <a:sym typeface="+mn-ea"/>
              </a:rPr>
              <a:t>prep+n/doing/</a:t>
            </a:r>
            <a:r>
              <a:rPr lang="en-US" altLang="zh-CN">
                <a:solidFill>
                  <a:schemeClr val="tx1"/>
                </a:solidFill>
                <a:sym typeface="+mn-ea"/>
              </a:rPr>
              <a:t>being done</a:t>
            </a:r>
            <a:endParaRPr lang="en-US" altLang="zh-CN">
              <a:solidFill>
                <a:schemeClr val="tx1"/>
              </a:solidFill>
              <a:sym typeface="+mn-ea"/>
            </a:endParaRPr>
          </a:p>
        </p:txBody>
      </p:sp>
      <p:sp>
        <p:nvSpPr>
          <p:cNvPr id="3" name="内容占位符 2"/>
          <p:cNvSpPr>
            <a:spLocks noGrp="1"/>
          </p:cNvSpPr>
          <p:nvPr>
            <p:ph idx="1"/>
          </p:nvPr>
        </p:nvSpPr>
        <p:spPr>
          <a:xfrm>
            <a:off x="499110" y="1409700"/>
            <a:ext cx="8373745" cy="2688590"/>
          </a:xfrm>
        </p:spPr>
        <p:txBody>
          <a:bodyPr/>
          <a:lstStyle/>
          <a:p>
            <a:r>
              <a:rPr lang="en-US" altLang="zh-CN" sz="2400" b="1" u="sng" dirty="0">
                <a:solidFill>
                  <a:srgbClr val="FF0000"/>
                </a:solidFill>
              </a:rPr>
              <a:t>After lunch</a:t>
            </a:r>
            <a:r>
              <a:rPr lang="en-US" altLang="zh-CN" sz="2400" dirty="0">
                <a:solidFill>
                  <a:schemeClr val="tx1"/>
                </a:solidFill>
              </a:rPr>
              <a:t>, I often take a nap.</a:t>
            </a:r>
            <a:endParaRPr lang="en-US" altLang="zh-CN" sz="2400" dirty="0">
              <a:solidFill>
                <a:schemeClr val="tx1"/>
              </a:solidFill>
            </a:endParaRPr>
          </a:p>
          <a:p>
            <a:r>
              <a:rPr lang="en-US" altLang="zh-CN" sz="2400" b="1" u="sng" dirty="0">
                <a:solidFill>
                  <a:srgbClr val="FF0000"/>
                </a:solidFill>
              </a:rPr>
              <a:t>After having lunch</a:t>
            </a:r>
            <a:r>
              <a:rPr lang="en-US" altLang="zh-CN" sz="2400" dirty="0">
                <a:solidFill>
                  <a:schemeClr val="tx1"/>
                </a:solidFill>
              </a:rPr>
              <a:t>, I often take a nap.</a:t>
            </a:r>
            <a:endParaRPr lang="en-US" altLang="zh-CN" sz="2400" dirty="0">
              <a:solidFill>
                <a:schemeClr val="tx1"/>
              </a:solidFill>
            </a:endParaRPr>
          </a:p>
          <a:p>
            <a:r>
              <a:rPr lang="en-US" altLang="zh-CN" sz="2400" b="1" u="sng" dirty="0">
                <a:solidFill>
                  <a:srgbClr val="FF0000"/>
                </a:solidFill>
              </a:rPr>
              <a:t>After  being criticized</a:t>
            </a:r>
            <a:r>
              <a:rPr lang="en-US" altLang="zh-CN" sz="2400" dirty="0">
                <a:solidFill>
                  <a:schemeClr val="tx1"/>
                </a:solidFill>
              </a:rPr>
              <a:t>, I often cry for a while.</a:t>
            </a:r>
            <a:endParaRPr lang="en-US" altLang="zh-CN" sz="2400" dirty="0">
              <a:solidFill>
                <a:schemeClr val="tx1"/>
              </a:solidFill>
            </a:endParaRPr>
          </a:p>
          <a:p>
            <a:r>
              <a:rPr lang="en-US" altLang="zh-CN" sz="2400" b="1" u="sng" dirty="0">
                <a:solidFill>
                  <a:srgbClr val="FF0000"/>
                </a:solidFill>
              </a:rPr>
              <a:t>After arriving at the destination</a:t>
            </a:r>
            <a:r>
              <a:rPr lang="en-US" altLang="zh-CN" sz="2400" dirty="0">
                <a:solidFill>
                  <a:schemeClr val="tx1"/>
                </a:solidFill>
              </a:rPr>
              <a:t>, the fish will be frozen.</a:t>
            </a:r>
            <a:endParaRPr lang="en-US" altLang="zh-CN" sz="2400" dirty="0">
              <a:solidFill>
                <a:schemeClr val="tx1"/>
              </a:solidFill>
            </a:endParaRPr>
          </a:p>
          <a:p>
            <a:r>
              <a:rPr lang="en-US" altLang="zh-CN" sz="2400" b="1" u="sng" dirty="0">
                <a:solidFill>
                  <a:srgbClr val="FF0000"/>
                </a:solidFill>
              </a:rPr>
              <a:t>After being transported to the port</a:t>
            </a:r>
            <a:r>
              <a:rPr lang="en-US" altLang="zh-CN" sz="2400" dirty="0">
                <a:solidFill>
                  <a:schemeClr val="tx1"/>
                </a:solidFill>
              </a:rPr>
              <a:t>, the fish will be frozen.</a:t>
            </a:r>
            <a:endParaRPr lang="en-US" altLang="zh-CN" sz="2400" dirty="0">
              <a:solidFill>
                <a:schemeClr val="tx1"/>
              </a:solidFill>
            </a:endParaRPr>
          </a:p>
          <a:p>
            <a:endParaRPr lang="en-US" altLang="zh-CN" sz="2400"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olidFill>
                  <a:schemeClr val="tx1"/>
                </a:solidFill>
                <a:sym typeface="+mn-ea"/>
              </a:rPr>
              <a:t>⑥</a:t>
            </a:r>
            <a:r>
              <a:rPr lang="en-US" altLang="zh-CN">
                <a:solidFill>
                  <a:schemeClr val="tx1"/>
                </a:solidFill>
                <a:sym typeface="+mn-ea"/>
              </a:rPr>
              <a:t>prep+n/doing/</a:t>
            </a:r>
            <a:r>
              <a:rPr lang="en-US" altLang="zh-CN">
                <a:solidFill>
                  <a:schemeClr val="tx1"/>
                </a:solidFill>
                <a:sym typeface="+mn-ea"/>
              </a:rPr>
              <a:t>being done</a:t>
            </a:r>
            <a:endParaRPr lang="en-US" altLang="zh-CN">
              <a:solidFill>
                <a:schemeClr val="tx1"/>
              </a:solidFill>
              <a:sym typeface="+mn-ea"/>
            </a:endParaRPr>
          </a:p>
        </p:txBody>
      </p:sp>
      <p:sp>
        <p:nvSpPr>
          <p:cNvPr id="3" name="内容占位符 2"/>
          <p:cNvSpPr>
            <a:spLocks noGrp="1"/>
          </p:cNvSpPr>
          <p:nvPr>
            <p:ph idx="1"/>
          </p:nvPr>
        </p:nvSpPr>
        <p:spPr>
          <a:xfrm>
            <a:off x="499110" y="1409700"/>
            <a:ext cx="8475980" cy="3591560"/>
          </a:xfrm>
        </p:spPr>
        <p:txBody>
          <a:bodyPr/>
          <a:lstStyle/>
          <a:p>
            <a:r>
              <a:rPr lang="en-US" altLang="zh-CN" sz="2400" dirty="0">
                <a:solidFill>
                  <a:schemeClr val="tx1"/>
                </a:solidFill>
              </a:rPr>
              <a:t>XXX before XXXX  </a:t>
            </a:r>
            <a:r>
              <a:rPr sz="2400" dirty="0">
                <a:solidFill>
                  <a:schemeClr val="tx1"/>
                </a:solidFill>
              </a:rPr>
              <a:t>然后</a:t>
            </a:r>
            <a:endParaRPr sz="2400" dirty="0">
              <a:solidFill>
                <a:schemeClr val="tx1"/>
              </a:solidFill>
            </a:endParaRPr>
          </a:p>
          <a:p>
            <a:r>
              <a:rPr lang="en-US" altLang="zh-CN" sz="2400" dirty="0">
                <a:solidFill>
                  <a:schemeClr val="tx1"/>
                </a:solidFill>
              </a:rPr>
              <a:t>The proportion of girls firstly saw a dramatic increase,</a:t>
            </a:r>
            <a:r>
              <a:rPr lang="en-US" altLang="zh-CN" sz="2400" b="1" u="sng" dirty="0">
                <a:solidFill>
                  <a:srgbClr val="FF0000"/>
                </a:solidFill>
              </a:rPr>
              <a:t> and then it plunged to the bottom at only 20% in the end</a:t>
            </a:r>
            <a:r>
              <a:rPr lang="en-US" altLang="zh-CN" sz="2400" dirty="0">
                <a:solidFill>
                  <a:schemeClr val="tx1"/>
                </a:solidFill>
              </a:rPr>
              <a:t>.</a:t>
            </a:r>
            <a:endParaRPr lang="en-US" altLang="zh-CN" sz="2400" dirty="0">
              <a:solidFill>
                <a:schemeClr val="tx1"/>
              </a:solidFill>
            </a:endParaRPr>
          </a:p>
          <a:p>
            <a:r>
              <a:rPr lang="en-US" altLang="zh-CN" sz="2400">
                <a:solidFill>
                  <a:schemeClr val="tx1"/>
                </a:solidFill>
                <a:sym typeface="+mn-ea"/>
              </a:rPr>
              <a:t>The proportion of girls firstly saw a dramatic increase </a:t>
            </a:r>
            <a:r>
              <a:rPr lang="en-US" altLang="zh-CN" sz="2400" b="1" u="sng">
                <a:solidFill>
                  <a:srgbClr val="FF0000"/>
                </a:solidFill>
                <a:sym typeface="+mn-ea"/>
              </a:rPr>
              <a:t>before plunging to the bottom at only 20% in the end</a:t>
            </a:r>
            <a:r>
              <a:rPr lang="en-US" altLang="zh-CN" sz="2400">
                <a:solidFill>
                  <a:schemeClr val="tx1"/>
                </a:solidFill>
                <a:sym typeface="+mn-ea"/>
              </a:rPr>
              <a:t>.</a:t>
            </a:r>
            <a:endParaRPr lang="en-US" altLang="zh-CN" sz="2400">
              <a:solidFill>
                <a:schemeClr val="tx1"/>
              </a:solidFill>
              <a:sym typeface="+mn-ea"/>
            </a:endParaRPr>
          </a:p>
          <a:p>
            <a:r>
              <a:rPr lang="en-US" altLang="zh-CN" sz="2400">
                <a:solidFill>
                  <a:schemeClr val="tx1"/>
                </a:solidFill>
                <a:sym typeface="+mn-ea"/>
              </a:rPr>
              <a:t>I plan to watch movies first before having dinner.</a:t>
            </a:r>
            <a:endParaRPr lang="en-US" altLang="zh-CN" sz="2400">
              <a:solidFill>
                <a:schemeClr val="tx1"/>
              </a:solidFill>
              <a:sym typeface="+mn-ea"/>
            </a:endParaRPr>
          </a:p>
          <a:p>
            <a:r>
              <a:rPr sz="2400">
                <a:solidFill>
                  <a:schemeClr val="tx1"/>
                </a:solidFill>
                <a:sym typeface="+mn-ea"/>
              </a:rPr>
              <a:t>苹果应该先洗再吃。</a:t>
            </a:r>
            <a:endParaRPr sz="2400">
              <a:solidFill>
                <a:schemeClr val="tx1"/>
              </a:solidFill>
              <a:sym typeface="+mn-ea"/>
            </a:endParaRPr>
          </a:p>
          <a:p>
            <a:r>
              <a:rPr lang="en-US" altLang="zh-CN" sz="2400">
                <a:solidFill>
                  <a:schemeClr val="tx1"/>
                </a:solidFill>
                <a:sym typeface="+mn-ea"/>
              </a:rPr>
              <a:t>The apples should be washed</a:t>
            </a:r>
            <a:r>
              <a:rPr lang="en-US" altLang="zh-CN" sz="2400" b="1" u="sng">
                <a:solidFill>
                  <a:srgbClr val="FF0000"/>
                </a:solidFill>
                <a:sym typeface="+mn-ea"/>
              </a:rPr>
              <a:t> before being eaten</a:t>
            </a:r>
            <a:r>
              <a:rPr lang="en-US" altLang="zh-CN" sz="2400">
                <a:solidFill>
                  <a:schemeClr val="tx1"/>
                </a:solidFill>
                <a:sym typeface="+mn-ea"/>
              </a:rPr>
              <a:t>.</a:t>
            </a:r>
            <a:endParaRPr lang="en-US" altLang="zh-CN" sz="2400">
              <a:solidFill>
                <a:schemeClr val="tx1"/>
              </a:solidFill>
              <a:sym typeface="+mn-ea"/>
            </a:endParaRPr>
          </a:p>
          <a:p>
            <a:endParaRPr lang="en-US" altLang="zh-CN" sz="2400"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olidFill>
                  <a:schemeClr val="tx1"/>
                </a:solidFill>
                <a:sym typeface="+mn-ea"/>
              </a:rPr>
              <a:t>⑥</a:t>
            </a:r>
            <a:r>
              <a:rPr lang="en-US" altLang="zh-CN">
                <a:solidFill>
                  <a:schemeClr val="tx1"/>
                </a:solidFill>
                <a:sym typeface="+mn-ea"/>
              </a:rPr>
              <a:t>prep+n/doing/</a:t>
            </a:r>
            <a:r>
              <a:rPr lang="en-US" altLang="zh-CN">
                <a:solidFill>
                  <a:schemeClr val="tx1"/>
                </a:solidFill>
                <a:sym typeface="+mn-ea"/>
              </a:rPr>
              <a:t>being done</a:t>
            </a:r>
            <a:endParaRPr lang="en-US" altLang="zh-CN">
              <a:solidFill>
                <a:schemeClr val="tx1"/>
              </a:solidFill>
              <a:sym typeface="+mn-ea"/>
            </a:endParaRPr>
          </a:p>
        </p:txBody>
      </p:sp>
      <p:sp>
        <p:nvSpPr>
          <p:cNvPr id="3" name="内容占位符 2"/>
          <p:cNvSpPr>
            <a:spLocks noGrp="1"/>
          </p:cNvSpPr>
          <p:nvPr>
            <p:ph idx="1"/>
          </p:nvPr>
        </p:nvSpPr>
        <p:spPr>
          <a:xfrm>
            <a:off x="499110" y="1409700"/>
            <a:ext cx="8475980" cy="3591560"/>
          </a:xfrm>
        </p:spPr>
        <p:txBody>
          <a:bodyPr/>
          <a:lstStyle/>
          <a:p>
            <a:r>
              <a:rPr lang="en-US" altLang="zh-CN" sz="2400" dirty="0">
                <a:solidFill>
                  <a:schemeClr val="tx1"/>
                </a:solidFill>
              </a:rPr>
              <a:t>Despite  </a:t>
            </a:r>
            <a:r>
              <a:rPr sz="2400" dirty="0">
                <a:solidFill>
                  <a:schemeClr val="tx1"/>
                </a:solidFill>
              </a:rPr>
              <a:t>虽然</a:t>
            </a:r>
            <a:r>
              <a:rPr lang="en-US" altLang="zh-CN" sz="2400" dirty="0">
                <a:solidFill>
                  <a:schemeClr val="tx1"/>
                </a:solidFill>
              </a:rPr>
              <a:t>--</a:t>
            </a:r>
            <a:r>
              <a:rPr sz="2400" dirty="0">
                <a:solidFill>
                  <a:schemeClr val="tx1"/>
                </a:solidFill>
              </a:rPr>
              <a:t>介词</a:t>
            </a:r>
            <a:endParaRPr sz="2400" dirty="0">
              <a:solidFill>
                <a:schemeClr val="tx1"/>
              </a:solidFill>
            </a:endParaRPr>
          </a:p>
          <a:p>
            <a:r>
              <a:rPr lang="en-US" altLang="zh-CN" sz="2400" b="1" u="sng" dirty="0">
                <a:solidFill>
                  <a:srgbClr val="FF0000"/>
                </a:solidFill>
              </a:rPr>
              <a:t>Despite many advantages of watching TV</a:t>
            </a:r>
            <a:r>
              <a:rPr lang="en-US" altLang="zh-CN" sz="2400" dirty="0">
                <a:solidFill>
                  <a:schemeClr val="tx1"/>
                </a:solidFill>
              </a:rPr>
              <a:t>, parents and teachers should still control children’s screen time.</a:t>
            </a:r>
            <a:endParaRPr lang="en-US" altLang="zh-CN" sz="2400" dirty="0">
              <a:solidFill>
                <a:schemeClr val="tx1"/>
              </a:solidFill>
            </a:endParaRPr>
          </a:p>
          <a:p>
            <a:r>
              <a:rPr lang="en-US" altLang="zh-CN" sz="2400" b="1" u="sng" dirty="0">
                <a:solidFill>
                  <a:srgbClr val="FF0000"/>
                </a:solidFill>
              </a:rPr>
              <a:t>Despite facing many difficulties,</a:t>
            </a:r>
            <a:r>
              <a:rPr lang="en-US" altLang="zh-CN" sz="2400" dirty="0">
                <a:solidFill>
                  <a:schemeClr val="tx1"/>
                </a:solidFill>
              </a:rPr>
              <a:t> I still choose to stay positive.</a:t>
            </a:r>
            <a:endParaRPr lang="en-US" altLang="zh-CN" sz="2400" dirty="0">
              <a:solidFill>
                <a:schemeClr val="tx1"/>
              </a:solidFill>
            </a:endParaRPr>
          </a:p>
          <a:p>
            <a:r>
              <a:rPr lang="en-US" altLang="zh-CN" sz="2400" b="1" u="sng" dirty="0">
                <a:solidFill>
                  <a:srgbClr val="FF0000"/>
                </a:solidFill>
              </a:rPr>
              <a:t>Despite being underestimated,</a:t>
            </a:r>
            <a:r>
              <a:rPr lang="en-US" altLang="zh-CN" sz="2400" dirty="0">
                <a:solidFill>
                  <a:schemeClr val="tx1"/>
                </a:solidFill>
              </a:rPr>
              <a:t> those musicians still composed many magnificant pieces.</a:t>
            </a:r>
            <a:endParaRPr lang="en-US" altLang="zh-CN" sz="2400" dirty="0">
              <a:solidFill>
                <a:schemeClr val="tx1"/>
              </a:solidFill>
            </a:endParaRPr>
          </a:p>
          <a:p>
            <a:r>
              <a:rPr lang="en-US" altLang="zh-CN" sz="2400" b="1" u="sng" dirty="0">
                <a:solidFill>
                  <a:srgbClr val="FF0000"/>
                </a:solidFill>
              </a:rPr>
              <a:t>Despite some fluctuation</a:t>
            </a:r>
            <a:r>
              <a:rPr lang="en-US" altLang="zh-CN" sz="2400" dirty="0">
                <a:solidFill>
                  <a:schemeClr val="tx1"/>
                </a:solidFill>
              </a:rPr>
              <a:t>, the proportion of girls saw an increasing trend in general.</a:t>
            </a:r>
            <a:endParaRPr lang="en-US" altLang="zh-CN" sz="2400"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olidFill>
                  <a:schemeClr val="tx1"/>
                </a:solidFill>
                <a:sym typeface="+mn-ea"/>
              </a:rPr>
              <a:t>⑥辨析连词</a:t>
            </a:r>
            <a:r>
              <a:rPr lang="en-US" altLang="zh-CN">
                <a:solidFill>
                  <a:schemeClr val="tx1"/>
                </a:solidFill>
                <a:sym typeface="+mn-ea"/>
              </a:rPr>
              <a:t>&amp;</a:t>
            </a:r>
            <a:r>
              <a:rPr lang="zh-CN" altLang="en-US">
                <a:solidFill>
                  <a:schemeClr val="tx1"/>
                </a:solidFill>
                <a:sym typeface="+mn-ea"/>
              </a:rPr>
              <a:t>介词</a:t>
            </a:r>
            <a:endParaRPr lang="zh-CN" altLang="en-US">
              <a:solidFill>
                <a:schemeClr val="tx1"/>
              </a:solidFill>
              <a:sym typeface="+mn-ea"/>
            </a:endParaRPr>
          </a:p>
        </p:txBody>
      </p:sp>
      <p:sp>
        <p:nvSpPr>
          <p:cNvPr id="3" name="内容占位符 2"/>
          <p:cNvSpPr>
            <a:spLocks noGrp="1"/>
          </p:cNvSpPr>
          <p:nvPr>
            <p:ph idx="1"/>
          </p:nvPr>
        </p:nvSpPr>
        <p:spPr>
          <a:xfrm>
            <a:off x="499110" y="1409700"/>
            <a:ext cx="8439150" cy="3397885"/>
          </a:xfrm>
        </p:spPr>
        <p:txBody>
          <a:bodyPr/>
          <a:lstStyle/>
          <a:p>
            <a:r>
              <a:rPr sz="2400" dirty="0">
                <a:solidFill>
                  <a:schemeClr val="tx1"/>
                </a:solidFill>
              </a:rPr>
              <a:t>由于严重的空气污染，人们不得不</a:t>
            </a:r>
            <a:r>
              <a:rPr sz="2400" dirty="0">
                <a:solidFill>
                  <a:schemeClr val="tx1"/>
                </a:solidFill>
              </a:rPr>
              <a:t>戴口罩。</a:t>
            </a:r>
            <a:endParaRPr sz="2400" dirty="0">
              <a:solidFill>
                <a:schemeClr val="tx1"/>
              </a:solidFill>
            </a:endParaRPr>
          </a:p>
          <a:p>
            <a:r>
              <a:rPr lang="en-US" altLang="zh-CN" sz="2400" b="1" u="sng" dirty="0">
                <a:solidFill>
                  <a:srgbClr val="FF0000"/>
                </a:solidFill>
              </a:rPr>
              <a:t>Because air pollution is serious</a:t>
            </a:r>
            <a:r>
              <a:rPr lang="en-US" altLang="zh-CN" sz="2400" dirty="0">
                <a:solidFill>
                  <a:schemeClr val="tx1"/>
                </a:solidFill>
              </a:rPr>
              <a:t>, people  have to wear a mask.</a:t>
            </a:r>
            <a:endParaRPr lang="en-US" altLang="zh-CN" sz="2400" dirty="0">
              <a:solidFill>
                <a:schemeClr val="tx1"/>
              </a:solidFill>
            </a:endParaRPr>
          </a:p>
          <a:p>
            <a:r>
              <a:rPr lang="en-US" altLang="zh-CN" sz="2400" b="1" u="sng" dirty="0">
                <a:solidFill>
                  <a:srgbClr val="FF0000"/>
                </a:solidFill>
              </a:rPr>
              <a:t>Due to serious air pollution</a:t>
            </a:r>
            <a:r>
              <a:rPr lang="en-US" altLang="zh-CN" sz="2400" dirty="0">
                <a:solidFill>
                  <a:schemeClr val="tx1"/>
                </a:solidFill>
              </a:rPr>
              <a:t>, people have to wear a mask.</a:t>
            </a:r>
            <a:endParaRPr lang="en-US" altLang="zh-CN" sz="2400" dirty="0">
              <a:solidFill>
                <a:schemeClr val="tx1"/>
              </a:solidFill>
            </a:endParaRPr>
          </a:p>
          <a:p>
            <a:r>
              <a:rPr sz="2400" dirty="0">
                <a:solidFill>
                  <a:schemeClr val="tx1"/>
                </a:solidFill>
              </a:rPr>
              <a:t>由于学英语很困难，一些同学不得不熬夜</a:t>
            </a:r>
            <a:r>
              <a:rPr sz="2400" dirty="0">
                <a:solidFill>
                  <a:schemeClr val="tx1"/>
                </a:solidFill>
              </a:rPr>
              <a:t>完成作业。</a:t>
            </a:r>
            <a:endParaRPr sz="2400" dirty="0">
              <a:solidFill>
                <a:schemeClr val="tx1"/>
              </a:solidFill>
            </a:endParaRPr>
          </a:p>
          <a:p>
            <a:r>
              <a:rPr lang="en-US" altLang="zh-CN" sz="2400" b="1" u="sng" dirty="0">
                <a:solidFill>
                  <a:srgbClr val="FF0000"/>
                </a:solidFill>
              </a:rPr>
              <a:t>Because it is difficult to learn English</a:t>
            </a:r>
            <a:r>
              <a:rPr lang="en-US" altLang="zh-CN" sz="2400" dirty="0">
                <a:solidFill>
                  <a:schemeClr val="tx1"/>
                </a:solidFill>
              </a:rPr>
              <a:t>, some students have to stay up late to finish their homework.</a:t>
            </a:r>
            <a:endParaRPr lang="en-US" altLang="zh-CN" sz="2400" dirty="0">
              <a:solidFill>
                <a:schemeClr val="tx1"/>
              </a:solidFill>
            </a:endParaRPr>
          </a:p>
          <a:p>
            <a:r>
              <a:rPr lang="en-US" altLang="zh-CN" sz="2400" b="1" u="sng" dirty="0">
                <a:solidFill>
                  <a:srgbClr val="FF0000"/>
                </a:solidFill>
              </a:rPr>
              <a:t>Due to many difficulties of learning English</a:t>
            </a:r>
            <a:r>
              <a:rPr lang="en-US" altLang="zh-CN" sz="2400" dirty="0">
                <a:solidFill>
                  <a:schemeClr val="tx1"/>
                </a:solidFill>
              </a:rPr>
              <a:t>, </a:t>
            </a:r>
            <a:r>
              <a:rPr lang="en-US" altLang="zh-CN" sz="2400">
                <a:solidFill>
                  <a:schemeClr val="tx1"/>
                </a:solidFill>
                <a:sym typeface="+mn-ea"/>
              </a:rPr>
              <a:t> some students have to stay up late to finish their homework.</a:t>
            </a:r>
            <a:endParaRPr lang="en-US" altLang="zh-CN" sz="2400" dirty="0">
              <a:solidFill>
                <a:schemeClr val="tx1"/>
              </a:solidFill>
            </a:endParaRPr>
          </a:p>
          <a:p>
            <a:endParaRPr lang="en-US" altLang="zh-CN" sz="2400"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olidFill>
                  <a:schemeClr val="tx1"/>
                </a:solidFill>
                <a:sym typeface="+mn-ea"/>
              </a:rPr>
              <a:t>⑥辨析连词</a:t>
            </a:r>
            <a:r>
              <a:rPr lang="en-US" altLang="zh-CN">
                <a:solidFill>
                  <a:schemeClr val="tx1"/>
                </a:solidFill>
                <a:sym typeface="+mn-ea"/>
              </a:rPr>
              <a:t>&amp;</a:t>
            </a:r>
            <a:r>
              <a:rPr lang="zh-CN" altLang="en-US">
                <a:solidFill>
                  <a:schemeClr val="tx1"/>
                </a:solidFill>
                <a:sym typeface="+mn-ea"/>
              </a:rPr>
              <a:t>介词</a:t>
            </a:r>
            <a:endParaRPr lang="zh-CN" altLang="en-US">
              <a:solidFill>
                <a:schemeClr val="tx1"/>
              </a:solidFill>
              <a:sym typeface="+mn-ea"/>
            </a:endParaRPr>
          </a:p>
        </p:txBody>
      </p:sp>
      <p:sp>
        <p:nvSpPr>
          <p:cNvPr id="3" name="内容占位符 2"/>
          <p:cNvSpPr>
            <a:spLocks noGrp="1"/>
          </p:cNvSpPr>
          <p:nvPr>
            <p:ph idx="1"/>
          </p:nvPr>
        </p:nvSpPr>
        <p:spPr>
          <a:xfrm>
            <a:off x="499110" y="1409700"/>
            <a:ext cx="8439150" cy="3397885"/>
          </a:xfrm>
        </p:spPr>
        <p:txBody>
          <a:bodyPr/>
          <a:lstStyle/>
          <a:p>
            <a:r>
              <a:rPr sz="2400" b="1" dirty="0">
                <a:solidFill>
                  <a:schemeClr val="tx1"/>
                </a:solidFill>
              </a:rPr>
              <a:t>由于开私家车很麻烦，我选择骑自行车。</a:t>
            </a:r>
            <a:endParaRPr sz="2400" b="1" dirty="0">
              <a:solidFill>
                <a:schemeClr val="tx1"/>
              </a:solidFill>
            </a:endParaRPr>
          </a:p>
          <a:p>
            <a:r>
              <a:rPr lang="en-US" altLang="zh-CN" sz="2400" b="1" u="sng" dirty="0">
                <a:solidFill>
                  <a:srgbClr val="FF0000"/>
                </a:solidFill>
              </a:rPr>
              <a:t>Because it is troublesome to drive private cars</a:t>
            </a:r>
            <a:r>
              <a:rPr lang="en-US" altLang="zh-CN" sz="2400" b="1" dirty="0">
                <a:solidFill>
                  <a:schemeClr val="tx1"/>
                </a:solidFill>
              </a:rPr>
              <a:t>, I choose to ride a bike.</a:t>
            </a:r>
            <a:endParaRPr lang="en-US" altLang="zh-CN" sz="2400" b="1" dirty="0">
              <a:solidFill>
                <a:schemeClr val="tx1"/>
              </a:solidFill>
            </a:endParaRPr>
          </a:p>
          <a:p>
            <a:r>
              <a:rPr lang="en-US" altLang="zh-CN" sz="2400" b="1" u="sng" dirty="0">
                <a:solidFill>
                  <a:srgbClr val="FF0000"/>
                </a:solidFill>
              </a:rPr>
              <a:t>Due to many troubles of driving private cars</a:t>
            </a:r>
            <a:r>
              <a:rPr lang="en-US" altLang="zh-CN" sz="2400" b="1" dirty="0">
                <a:solidFill>
                  <a:schemeClr val="tx1"/>
                </a:solidFill>
              </a:rPr>
              <a:t>, I choose to ride a bike.</a:t>
            </a:r>
            <a:endParaRPr lang="en-US" altLang="zh-CN" sz="2400" b="1" dirty="0">
              <a:solidFill>
                <a:schemeClr val="tx1"/>
              </a:solidFill>
            </a:endParaRPr>
          </a:p>
          <a:p>
            <a:r>
              <a:rPr sz="2400" b="1" dirty="0">
                <a:solidFill>
                  <a:schemeClr val="tx1"/>
                </a:solidFill>
              </a:rPr>
              <a:t>由于活着很艰难，我选择寻找一个支持团体。</a:t>
            </a:r>
            <a:endParaRPr sz="2400" b="1" dirty="0">
              <a:solidFill>
                <a:schemeClr val="tx1"/>
              </a:solidFill>
            </a:endParaRPr>
          </a:p>
          <a:p>
            <a:r>
              <a:rPr lang="en-US" altLang="zh-CN" sz="2400" b="1" dirty="0">
                <a:solidFill>
                  <a:schemeClr val="tx1"/>
                </a:solidFill>
              </a:rPr>
              <a:t>Because it is hard to live, I choose to seek for help.</a:t>
            </a:r>
            <a:endParaRPr lang="en-US" altLang="zh-CN" sz="2400" b="1" dirty="0">
              <a:solidFill>
                <a:schemeClr val="tx1"/>
              </a:solidFill>
            </a:endParaRPr>
          </a:p>
          <a:p>
            <a:r>
              <a:rPr lang="en-US" altLang="zh-CN" sz="2400" b="1" dirty="0">
                <a:solidFill>
                  <a:schemeClr val="tx1"/>
                </a:solidFill>
              </a:rPr>
              <a:t>Due to the hardships of living, I choose to seek for help.</a:t>
            </a:r>
            <a:endParaRPr lang="en-US" altLang="zh-CN" sz="2400" b="1"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olidFill>
                  <a:schemeClr val="tx1"/>
                </a:solidFill>
                <a:sym typeface="+mn-ea"/>
              </a:rPr>
              <a:t>⑥辨析连词</a:t>
            </a:r>
            <a:r>
              <a:rPr lang="en-US" altLang="zh-CN">
                <a:solidFill>
                  <a:schemeClr val="tx1"/>
                </a:solidFill>
                <a:sym typeface="+mn-ea"/>
              </a:rPr>
              <a:t>&amp;</a:t>
            </a:r>
            <a:r>
              <a:rPr lang="zh-CN" altLang="en-US">
                <a:solidFill>
                  <a:schemeClr val="tx1"/>
                </a:solidFill>
                <a:sym typeface="+mn-ea"/>
              </a:rPr>
              <a:t>介词</a:t>
            </a:r>
            <a:endParaRPr lang="zh-CN" altLang="en-US">
              <a:solidFill>
                <a:schemeClr val="tx1"/>
              </a:solidFill>
              <a:sym typeface="+mn-ea"/>
            </a:endParaRPr>
          </a:p>
        </p:txBody>
      </p:sp>
      <p:sp>
        <p:nvSpPr>
          <p:cNvPr id="3" name="内容占位符 2"/>
          <p:cNvSpPr>
            <a:spLocks noGrp="1"/>
          </p:cNvSpPr>
          <p:nvPr>
            <p:ph idx="1"/>
          </p:nvPr>
        </p:nvSpPr>
        <p:spPr>
          <a:xfrm>
            <a:off x="499110" y="1409700"/>
            <a:ext cx="8439150" cy="3397885"/>
          </a:xfrm>
        </p:spPr>
        <p:txBody>
          <a:bodyPr/>
          <a:lstStyle/>
          <a:p>
            <a:r>
              <a:rPr sz="2400" b="1" u="sng" dirty="0">
                <a:solidFill>
                  <a:schemeClr val="tx1"/>
                </a:solidFill>
              </a:rPr>
              <a:t>虽然线上阅读很方便，</a:t>
            </a:r>
            <a:r>
              <a:rPr sz="2400" b="1" dirty="0">
                <a:solidFill>
                  <a:schemeClr val="tx1"/>
                </a:solidFill>
              </a:rPr>
              <a:t>我仍认为纸质书扮演了一个不可替代的角色。</a:t>
            </a:r>
            <a:endParaRPr sz="2400" b="1" dirty="0">
              <a:solidFill>
                <a:schemeClr val="tx1"/>
              </a:solidFill>
            </a:endParaRPr>
          </a:p>
          <a:p>
            <a:r>
              <a:rPr lang="en-US" altLang="zh-CN" sz="2400" b="1" u="sng" dirty="0">
                <a:solidFill>
                  <a:srgbClr val="FF0000"/>
                </a:solidFill>
              </a:rPr>
              <a:t>Although it is convenient to read online</a:t>
            </a:r>
            <a:r>
              <a:rPr lang="en-US" altLang="zh-CN" sz="2400" b="1" u="sng" dirty="0">
                <a:solidFill>
                  <a:schemeClr val="tx1"/>
                </a:solidFill>
              </a:rPr>
              <a:t>, </a:t>
            </a:r>
            <a:r>
              <a:rPr lang="en-US" altLang="zh-CN" sz="2400" b="1" dirty="0">
                <a:solidFill>
                  <a:schemeClr val="tx1"/>
                </a:solidFill>
              </a:rPr>
              <a:t>I still believe that printed book plays an indispensable role.</a:t>
            </a:r>
            <a:endParaRPr lang="en-US" altLang="zh-CN" sz="2400" b="1" dirty="0">
              <a:solidFill>
                <a:schemeClr val="tx1"/>
              </a:solidFill>
            </a:endParaRPr>
          </a:p>
          <a:p>
            <a:r>
              <a:rPr lang="en-US" altLang="zh-CN" sz="2400" b="1" u="sng" dirty="0">
                <a:solidFill>
                  <a:srgbClr val="FF0000"/>
                </a:solidFill>
              </a:rPr>
              <a:t>Despite the convenience of reading online</a:t>
            </a:r>
            <a:r>
              <a:rPr lang="en-US" altLang="zh-CN" sz="2400" b="1" dirty="0">
                <a:solidFill>
                  <a:schemeClr val="tx1"/>
                </a:solidFill>
              </a:rPr>
              <a:t>, I still believe that printed book plays an indispensable role.</a:t>
            </a:r>
            <a:endParaRPr lang="en-US" altLang="zh-CN" sz="2400" b="1" dirty="0">
              <a:solidFill>
                <a:schemeClr val="tx1"/>
              </a:solidFill>
            </a:endParaRPr>
          </a:p>
          <a:p>
            <a:endParaRPr lang="en-US" altLang="zh-CN" sz="2400" b="1"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olidFill>
                  <a:schemeClr val="tx1"/>
                </a:solidFill>
                <a:sym typeface="+mn-ea"/>
              </a:rPr>
              <a:t>⑥辨析连词</a:t>
            </a:r>
            <a:r>
              <a:rPr lang="en-US" altLang="zh-CN">
                <a:solidFill>
                  <a:schemeClr val="tx1"/>
                </a:solidFill>
                <a:sym typeface="+mn-ea"/>
              </a:rPr>
              <a:t>&amp;</a:t>
            </a:r>
            <a:r>
              <a:rPr lang="zh-CN" altLang="en-US">
                <a:solidFill>
                  <a:schemeClr val="tx1"/>
                </a:solidFill>
                <a:sym typeface="+mn-ea"/>
              </a:rPr>
              <a:t>介词</a:t>
            </a:r>
            <a:endParaRPr lang="zh-CN" altLang="en-US">
              <a:solidFill>
                <a:schemeClr val="tx1"/>
              </a:solidFill>
              <a:sym typeface="+mn-ea"/>
            </a:endParaRPr>
          </a:p>
        </p:txBody>
      </p:sp>
      <p:sp>
        <p:nvSpPr>
          <p:cNvPr id="3" name="内容占位符 2"/>
          <p:cNvSpPr>
            <a:spLocks noGrp="1"/>
          </p:cNvSpPr>
          <p:nvPr>
            <p:ph idx="1"/>
          </p:nvPr>
        </p:nvSpPr>
        <p:spPr>
          <a:xfrm>
            <a:off x="499110" y="1409700"/>
            <a:ext cx="8439150" cy="3397885"/>
          </a:xfrm>
        </p:spPr>
        <p:txBody>
          <a:bodyPr/>
          <a:lstStyle/>
          <a:p>
            <a:r>
              <a:rPr sz="2400" b="1" dirty="0">
                <a:solidFill>
                  <a:schemeClr val="tx1"/>
                </a:solidFill>
              </a:rPr>
              <a:t>虽然保护野生动物很重要，我仍认为钱应该先被花在公共服务上。</a:t>
            </a:r>
            <a:endParaRPr sz="2400" b="1" dirty="0">
              <a:solidFill>
                <a:schemeClr val="tx1"/>
              </a:solidFill>
            </a:endParaRPr>
          </a:p>
          <a:p>
            <a:r>
              <a:rPr lang="en-US" altLang="zh-CN" sz="2400" b="1" u="sng" dirty="0">
                <a:solidFill>
                  <a:srgbClr val="FF0000"/>
                </a:solidFill>
              </a:rPr>
              <a:t>Although it is important to protect wild animals</a:t>
            </a:r>
            <a:r>
              <a:rPr lang="en-US" altLang="zh-CN" sz="2400" b="1" dirty="0">
                <a:solidFill>
                  <a:schemeClr val="tx1"/>
                </a:solidFill>
              </a:rPr>
              <a:t>, I still believe that the money should be spent on public services first.</a:t>
            </a:r>
            <a:endParaRPr lang="en-US" altLang="zh-CN" sz="2400" b="1" dirty="0">
              <a:solidFill>
                <a:schemeClr val="tx1"/>
              </a:solidFill>
            </a:endParaRPr>
          </a:p>
          <a:p>
            <a:r>
              <a:rPr lang="en-US" altLang="zh-CN" sz="2400" b="1" u="sng" dirty="0">
                <a:solidFill>
                  <a:srgbClr val="FF0000"/>
                </a:solidFill>
              </a:rPr>
              <a:t>Despite the importance of protecting wild animals</a:t>
            </a:r>
            <a:r>
              <a:rPr lang="en-US" altLang="zh-CN" sz="2400" b="1" dirty="0">
                <a:solidFill>
                  <a:schemeClr val="tx1"/>
                </a:solidFill>
              </a:rPr>
              <a:t>, I still believe </a:t>
            </a:r>
            <a:r>
              <a:rPr lang="en-US" altLang="zh-CN" sz="2400" b="1">
                <a:solidFill>
                  <a:schemeClr val="tx1"/>
                </a:solidFill>
                <a:sym typeface="+mn-ea"/>
              </a:rPr>
              <a:t>the money should be spent on public services first</a:t>
            </a:r>
            <a:endParaRPr lang="en-US" altLang="zh-CN" sz="2400" b="1"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olidFill>
                  <a:schemeClr val="tx1"/>
                </a:solidFill>
                <a:sym typeface="+mn-ea"/>
              </a:rPr>
              <a:t>⑥辨析连词</a:t>
            </a:r>
            <a:r>
              <a:rPr lang="en-US" altLang="zh-CN">
                <a:solidFill>
                  <a:schemeClr val="tx1"/>
                </a:solidFill>
                <a:sym typeface="+mn-ea"/>
              </a:rPr>
              <a:t>&amp;</a:t>
            </a:r>
            <a:r>
              <a:rPr lang="zh-CN" altLang="en-US">
                <a:solidFill>
                  <a:schemeClr val="tx1"/>
                </a:solidFill>
                <a:sym typeface="+mn-ea"/>
              </a:rPr>
              <a:t>介词</a:t>
            </a:r>
            <a:endParaRPr lang="zh-CN" altLang="en-US">
              <a:solidFill>
                <a:schemeClr val="tx1"/>
              </a:solidFill>
              <a:sym typeface="+mn-ea"/>
            </a:endParaRPr>
          </a:p>
        </p:txBody>
      </p:sp>
      <p:sp>
        <p:nvSpPr>
          <p:cNvPr id="3" name="内容占位符 2"/>
          <p:cNvSpPr>
            <a:spLocks noGrp="1"/>
          </p:cNvSpPr>
          <p:nvPr>
            <p:ph idx="1"/>
          </p:nvPr>
        </p:nvSpPr>
        <p:spPr>
          <a:xfrm>
            <a:off x="499110" y="1409700"/>
            <a:ext cx="8439150" cy="3397885"/>
          </a:xfrm>
        </p:spPr>
        <p:txBody>
          <a:bodyPr/>
          <a:lstStyle/>
          <a:p>
            <a:r>
              <a:rPr sz="2400" b="1" dirty="0">
                <a:solidFill>
                  <a:schemeClr val="tx1"/>
                </a:solidFill>
              </a:rPr>
              <a:t>虽然看电视有一些好处，我仍认为家长和老师应该控制孩子的屏幕时长。</a:t>
            </a:r>
            <a:endParaRPr sz="2400" b="1" dirty="0">
              <a:solidFill>
                <a:schemeClr val="tx1"/>
              </a:solidFill>
            </a:endParaRPr>
          </a:p>
          <a:p>
            <a:r>
              <a:rPr lang="en-US" altLang="zh-CN" sz="2400" b="1" u="sng" dirty="0">
                <a:solidFill>
                  <a:srgbClr val="FF0000"/>
                </a:solidFill>
              </a:rPr>
              <a:t>Although it is beneficial to watch TV for children</a:t>
            </a:r>
            <a:r>
              <a:rPr lang="en-US" altLang="zh-CN" sz="2400" b="1" dirty="0">
                <a:solidFill>
                  <a:schemeClr val="tx1"/>
                </a:solidFill>
              </a:rPr>
              <a:t>, I still believe that parents and teachers should control children’s screen time.</a:t>
            </a:r>
            <a:endParaRPr lang="en-US" altLang="zh-CN" sz="2400" b="1" dirty="0">
              <a:solidFill>
                <a:schemeClr val="tx1"/>
              </a:solidFill>
            </a:endParaRPr>
          </a:p>
          <a:p>
            <a:r>
              <a:rPr lang="en-US" altLang="zh-CN" sz="2400" b="1" u="sng" dirty="0">
                <a:solidFill>
                  <a:srgbClr val="FF0000"/>
                </a:solidFill>
              </a:rPr>
              <a:t>Despite many benefits of watching TV,</a:t>
            </a:r>
            <a:r>
              <a:rPr lang="en-US" altLang="zh-CN" sz="2400" b="1" dirty="0">
                <a:solidFill>
                  <a:schemeClr val="tx1"/>
                </a:solidFill>
              </a:rPr>
              <a:t> </a:t>
            </a:r>
            <a:r>
              <a:rPr lang="en-US" altLang="zh-CN" sz="2400" b="1">
                <a:solidFill>
                  <a:schemeClr val="tx1"/>
                </a:solidFill>
                <a:sym typeface="+mn-ea"/>
              </a:rPr>
              <a:t> I still believe that parents and teachers should control children’s screen time.</a:t>
            </a:r>
            <a:endParaRPr lang="en-US" altLang="zh-CN" sz="2400" b="1"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99745" y="714375"/>
            <a:ext cx="6499225" cy="500380"/>
          </a:xfrm>
        </p:spPr>
        <p:txBody>
          <a:bodyPr/>
          <a:lstStyle/>
          <a:p>
            <a:r>
              <a:rPr lang="zh-CN" altLang="en-US">
                <a:solidFill>
                  <a:schemeClr val="tx1"/>
                </a:solidFill>
                <a:sym typeface="+mn-ea"/>
              </a:rPr>
              <a:t>⑥</a:t>
            </a:r>
            <a:r>
              <a:rPr lang="en-US" altLang="zh-CN">
                <a:solidFill>
                  <a:schemeClr val="tx1"/>
                </a:solidFill>
                <a:sym typeface="+mn-ea"/>
              </a:rPr>
              <a:t> with</a:t>
            </a:r>
            <a:r>
              <a:rPr lang="zh-CN" altLang="en-US">
                <a:solidFill>
                  <a:schemeClr val="tx1"/>
                </a:solidFill>
                <a:sym typeface="+mn-ea"/>
              </a:rPr>
              <a:t>的使用</a:t>
            </a:r>
            <a:r>
              <a:rPr lang="en-US" altLang="zh-CN">
                <a:solidFill>
                  <a:schemeClr val="tx1"/>
                </a:solidFill>
                <a:sym typeface="+mn-ea"/>
              </a:rPr>
              <a:t>  </a:t>
            </a:r>
            <a:r>
              <a:rPr lang="zh-CN" altLang="en-US">
                <a:solidFill>
                  <a:schemeClr val="tx1"/>
                </a:solidFill>
                <a:sym typeface="+mn-ea"/>
              </a:rPr>
              <a:t>随着；有</a:t>
            </a:r>
            <a:endParaRPr lang="zh-CN" altLang="en-US">
              <a:solidFill>
                <a:schemeClr val="tx1"/>
              </a:solidFill>
              <a:sym typeface="+mn-ea"/>
            </a:endParaRPr>
          </a:p>
        </p:txBody>
      </p:sp>
      <p:sp>
        <p:nvSpPr>
          <p:cNvPr id="3" name="内容占位符 2"/>
          <p:cNvSpPr>
            <a:spLocks noGrp="1"/>
          </p:cNvSpPr>
          <p:nvPr>
            <p:ph idx="1"/>
          </p:nvPr>
        </p:nvSpPr>
        <p:spPr>
          <a:xfrm>
            <a:off x="467995" y="1131570"/>
            <a:ext cx="8439150" cy="3397885"/>
          </a:xfrm>
        </p:spPr>
        <p:txBody>
          <a:bodyPr/>
          <a:lstStyle/>
          <a:p>
            <a:r>
              <a:rPr lang="en-US" altLang="zh-CN" sz="2400" dirty="0">
                <a:solidFill>
                  <a:schemeClr val="tx1"/>
                </a:solidFill>
              </a:rPr>
              <a:t>With +n </a:t>
            </a:r>
            <a:endParaRPr sz="2400" dirty="0">
              <a:solidFill>
                <a:schemeClr val="tx1"/>
              </a:solidFill>
            </a:endParaRPr>
          </a:p>
          <a:p>
            <a:r>
              <a:rPr sz="2400" dirty="0">
                <a:solidFill>
                  <a:schemeClr val="tx1"/>
                </a:solidFill>
              </a:rPr>
              <a:t>随着电子设备的使用</a:t>
            </a:r>
            <a:endParaRPr sz="2400" dirty="0">
              <a:solidFill>
                <a:schemeClr val="tx1"/>
              </a:solidFill>
            </a:endParaRPr>
          </a:p>
          <a:p>
            <a:r>
              <a:rPr lang="en-US" altLang="zh-CN" sz="2400" dirty="0">
                <a:solidFill>
                  <a:schemeClr val="tx1"/>
                </a:solidFill>
              </a:rPr>
              <a:t>With the wide use of various electronic devices,....</a:t>
            </a:r>
            <a:endParaRPr lang="en-US" altLang="zh-CN" sz="2400" dirty="0">
              <a:solidFill>
                <a:schemeClr val="tx1"/>
              </a:solidFill>
            </a:endParaRPr>
          </a:p>
          <a:p>
            <a:r>
              <a:rPr sz="2400" dirty="0">
                <a:solidFill>
                  <a:schemeClr val="tx1"/>
                </a:solidFill>
              </a:rPr>
              <a:t>随着医疗技术的进步</a:t>
            </a:r>
            <a:endParaRPr sz="2400" dirty="0">
              <a:solidFill>
                <a:schemeClr val="tx1"/>
              </a:solidFill>
            </a:endParaRPr>
          </a:p>
          <a:p>
            <a:r>
              <a:rPr lang="en-US" altLang="zh-CN" sz="2400" dirty="0">
                <a:solidFill>
                  <a:schemeClr val="tx1"/>
                </a:solidFill>
              </a:rPr>
              <a:t>With the progress of medical technology,...</a:t>
            </a:r>
            <a:endParaRPr lang="en-US" altLang="zh-CN" sz="2400" dirty="0">
              <a:solidFill>
                <a:schemeClr val="tx1"/>
              </a:solidFill>
            </a:endParaRPr>
          </a:p>
          <a:p>
            <a:r>
              <a:rPr sz="2400" dirty="0">
                <a:solidFill>
                  <a:schemeClr val="tx1"/>
                </a:solidFill>
              </a:rPr>
              <a:t>随着泰勒斯威夫特的流行</a:t>
            </a:r>
            <a:endParaRPr sz="2400" dirty="0">
              <a:solidFill>
                <a:schemeClr val="tx1"/>
              </a:solidFill>
            </a:endParaRPr>
          </a:p>
          <a:p>
            <a:r>
              <a:rPr lang="en-US" altLang="zh-CN" sz="2400" dirty="0">
                <a:solidFill>
                  <a:schemeClr val="tx1"/>
                </a:solidFill>
              </a:rPr>
              <a:t>With the popularity of Taylor Swift,....</a:t>
            </a:r>
            <a:endParaRPr lang="en-US" altLang="zh-CN" sz="2400" dirty="0">
              <a:solidFill>
                <a:schemeClr val="tx1"/>
              </a:solidFill>
            </a:endParaRPr>
          </a:p>
          <a:p>
            <a:r>
              <a:rPr sz="2400" dirty="0">
                <a:solidFill>
                  <a:schemeClr val="tx1"/>
                </a:solidFill>
              </a:rPr>
              <a:t>随着油价的上升</a:t>
            </a:r>
            <a:endParaRPr sz="2400" dirty="0">
              <a:solidFill>
                <a:schemeClr val="tx1"/>
              </a:solidFill>
            </a:endParaRPr>
          </a:p>
          <a:p>
            <a:r>
              <a:rPr lang="en-US" altLang="zh-CN" sz="2400" dirty="0">
                <a:solidFill>
                  <a:schemeClr val="tx1"/>
                </a:solidFill>
              </a:rPr>
              <a:t>With the increase of oil price,...</a:t>
            </a:r>
            <a:endParaRPr sz="2400" dirty="0">
              <a:solidFill>
                <a:schemeClr val="tx1"/>
              </a:solidFill>
            </a:endParaRPr>
          </a:p>
          <a:p>
            <a:endParaRPr sz="2400"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solidFill>
                  <a:schemeClr val="tx1"/>
                </a:solidFill>
                <a:sym typeface="+mn-ea"/>
              </a:rPr>
              <a:t>With+n+</a:t>
            </a:r>
            <a:r>
              <a:rPr lang="en-US" altLang="zh-CN" u="sng" dirty="0" err="1" smtClean="0">
                <a:solidFill>
                  <a:srgbClr val="FF0000"/>
                </a:solidFill>
                <a:sym typeface="+mn-ea"/>
              </a:rPr>
              <a:t>doing</a:t>
            </a:r>
            <a:r>
              <a:rPr lang="en-US" altLang="zh-CN" u="sng" dirty="0" smtClean="0">
                <a:solidFill>
                  <a:srgbClr val="FF0000"/>
                </a:solidFill>
                <a:sym typeface="+mn-ea"/>
              </a:rPr>
              <a:t>/done</a:t>
            </a:r>
            <a:endParaRPr lang="en-US" altLang="zh-CN">
              <a:solidFill>
                <a:schemeClr val="tx1"/>
              </a:solidFill>
              <a:sym typeface="+mn-ea"/>
            </a:endParaRPr>
          </a:p>
        </p:txBody>
      </p:sp>
      <p:sp>
        <p:nvSpPr>
          <p:cNvPr id="3" name="内容占位符 2"/>
          <p:cNvSpPr>
            <a:spLocks noGrp="1"/>
          </p:cNvSpPr>
          <p:nvPr>
            <p:ph idx="1"/>
          </p:nvPr>
        </p:nvSpPr>
        <p:spPr>
          <a:xfrm>
            <a:off x="499110" y="1409700"/>
            <a:ext cx="8390890" cy="3628390"/>
          </a:xfrm>
        </p:spPr>
        <p:txBody>
          <a:bodyPr/>
          <a:lstStyle/>
          <a:p>
            <a:pPr>
              <a:lnSpc>
                <a:spcPct val="120000"/>
              </a:lnSpc>
            </a:pPr>
            <a:r>
              <a:rPr sz="2400" dirty="0" smtClean="0">
                <a:solidFill>
                  <a:schemeClr val="tx1"/>
                </a:solidFill>
              </a:rPr>
              <a:t>介词</a:t>
            </a:r>
            <a:r>
              <a:rPr lang="en-US" altLang="zh-CN" sz="2400" dirty="0" smtClean="0">
                <a:solidFill>
                  <a:schemeClr val="tx1"/>
                </a:solidFill>
              </a:rPr>
              <a:t>---</a:t>
            </a:r>
            <a:r>
              <a:rPr sz="2400" dirty="0" smtClean="0">
                <a:solidFill>
                  <a:schemeClr val="tx1"/>
                </a:solidFill>
              </a:rPr>
              <a:t>后面不能加句子</a:t>
            </a:r>
            <a:r>
              <a:rPr lang="en-US" altLang="zh-CN" sz="2400" dirty="0" smtClean="0">
                <a:solidFill>
                  <a:schemeClr val="tx1"/>
                </a:solidFill>
              </a:rPr>
              <a:t>--</a:t>
            </a:r>
            <a:r>
              <a:rPr sz="2400" dirty="0" smtClean="0">
                <a:solidFill>
                  <a:schemeClr val="tx1"/>
                </a:solidFill>
              </a:rPr>
              <a:t>后面不能加谓语</a:t>
            </a:r>
            <a:r>
              <a:rPr lang="en-US" altLang="zh-CN" sz="2400" dirty="0" smtClean="0">
                <a:solidFill>
                  <a:schemeClr val="tx1"/>
                </a:solidFill>
              </a:rPr>
              <a:t>--</a:t>
            </a:r>
            <a:r>
              <a:rPr sz="2400" dirty="0" smtClean="0">
                <a:solidFill>
                  <a:schemeClr val="tx1"/>
                </a:solidFill>
              </a:rPr>
              <a:t>只能加非谓语（分词）</a:t>
            </a:r>
            <a:r>
              <a:rPr lang="en-US" altLang="zh-CN" sz="2400" dirty="0" smtClean="0">
                <a:solidFill>
                  <a:schemeClr val="tx1"/>
                </a:solidFill>
              </a:rPr>
              <a:t>--with+n+doing/done</a:t>
            </a:r>
            <a:endParaRPr lang="en-US" altLang="zh-CN" sz="2400" dirty="0" smtClean="0">
              <a:solidFill>
                <a:schemeClr val="tx1"/>
              </a:solidFill>
            </a:endParaRPr>
          </a:p>
          <a:p>
            <a:pPr>
              <a:lnSpc>
                <a:spcPct val="120000"/>
              </a:lnSpc>
            </a:pPr>
            <a:r>
              <a:rPr sz="2400" dirty="0" smtClean="0">
                <a:solidFill>
                  <a:schemeClr val="tx1"/>
                </a:solidFill>
              </a:rPr>
              <a:t>随着女人在职场扮演一个更加重要的角色</a:t>
            </a:r>
            <a:r>
              <a:rPr lang="en-US" altLang="zh-CN" sz="2400" dirty="0" smtClean="0">
                <a:solidFill>
                  <a:schemeClr val="tx1"/>
                </a:solidFill>
              </a:rPr>
              <a:t>, ...</a:t>
            </a:r>
            <a:endParaRPr sz="2400" dirty="0" smtClean="0">
              <a:solidFill>
                <a:schemeClr val="tx1"/>
              </a:solidFill>
            </a:endParaRPr>
          </a:p>
          <a:p>
            <a:pPr>
              <a:lnSpc>
                <a:spcPct val="120000"/>
              </a:lnSpc>
            </a:pPr>
            <a:r>
              <a:rPr lang="en-US" altLang="zh-CN" sz="2400" dirty="0" smtClean="0">
                <a:solidFill>
                  <a:schemeClr val="tx1"/>
                </a:solidFill>
              </a:rPr>
              <a:t>With women playing a more important role in the workplace,....</a:t>
            </a:r>
            <a:endParaRPr lang="en-US" altLang="zh-CN" sz="2400" dirty="0" smtClean="0">
              <a:solidFill>
                <a:schemeClr val="tx1"/>
              </a:solidFill>
            </a:endParaRPr>
          </a:p>
          <a:p>
            <a:pPr>
              <a:lnSpc>
                <a:spcPct val="120000"/>
              </a:lnSpc>
            </a:pPr>
            <a:r>
              <a:rPr sz="2400" dirty="0" smtClean="0">
                <a:solidFill>
                  <a:schemeClr val="tx1"/>
                </a:solidFill>
              </a:rPr>
              <a:t>随着更多的时间被花在作业上</a:t>
            </a:r>
            <a:r>
              <a:rPr lang="en-US" altLang="zh-CN" sz="2400" dirty="0" smtClean="0">
                <a:solidFill>
                  <a:schemeClr val="tx1"/>
                </a:solidFill>
              </a:rPr>
              <a:t>, ...</a:t>
            </a:r>
            <a:endParaRPr lang="en-US" altLang="zh-CN" sz="2400" dirty="0" smtClean="0">
              <a:solidFill>
                <a:schemeClr val="tx1"/>
              </a:solidFill>
            </a:endParaRPr>
          </a:p>
          <a:p>
            <a:pPr>
              <a:lnSpc>
                <a:spcPct val="120000"/>
              </a:lnSpc>
            </a:pPr>
            <a:r>
              <a:rPr lang="en-US" altLang="zh-CN" sz="2400" dirty="0">
                <a:solidFill>
                  <a:schemeClr val="tx1"/>
                </a:solidFill>
              </a:rPr>
              <a:t>With more time spent on homework, ....</a:t>
            </a:r>
            <a:endParaRPr lang="en-US" altLang="zh-CN" sz="2400"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solidFill>
                  <a:schemeClr val="tx1"/>
                </a:solidFill>
                <a:sym typeface="+mn-ea"/>
              </a:rPr>
              <a:t>With+n+</a:t>
            </a:r>
            <a:r>
              <a:rPr lang="en-US" altLang="zh-CN" u="sng" dirty="0" err="1" smtClean="0">
                <a:solidFill>
                  <a:srgbClr val="FF0000"/>
                </a:solidFill>
                <a:sym typeface="+mn-ea"/>
              </a:rPr>
              <a:t>doing</a:t>
            </a:r>
            <a:r>
              <a:rPr lang="en-US" altLang="zh-CN" u="sng" dirty="0" smtClean="0">
                <a:solidFill>
                  <a:srgbClr val="FF0000"/>
                </a:solidFill>
                <a:sym typeface="+mn-ea"/>
              </a:rPr>
              <a:t>/done</a:t>
            </a:r>
            <a:endParaRPr lang="en-US" altLang="zh-CN">
              <a:solidFill>
                <a:schemeClr val="tx1"/>
              </a:solidFill>
              <a:sym typeface="+mn-ea"/>
            </a:endParaRPr>
          </a:p>
        </p:txBody>
      </p:sp>
      <p:sp>
        <p:nvSpPr>
          <p:cNvPr id="3" name="内容占位符 2"/>
          <p:cNvSpPr>
            <a:spLocks noGrp="1"/>
          </p:cNvSpPr>
          <p:nvPr>
            <p:ph idx="1"/>
          </p:nvPr>
        </p:nvSpPr>
        <p:spPr>
          <a:xfrm>
            <a:off x="499110" y="1409700"/>
            <a:ext cx="8390890" cy="3628390"/>
          </a:xfrm>
        </p:spPr>
        <p:txBody>
          <a:bodyPr/>
          <a:lstStyle/>
          <a:p>
            <a:pPr>
              <a:lnSpc>
                <a:spcPct val="120000"/>
              </a:lnSpc>
            </a:pPr>
            <a:r>
              <a:rPr sz="2400" dirty="0" smtClean="0">
                <a:solidFill>
                  <a:schemeClr val="tx1"/>
                </a:solidFill>
              </a:rPr>
              <a:t>随着三亚计划发展旅游业，很多酒店已经被建了。</a:t>
            </a:r>
            <a:endParaRPr sz="2400" dirty="0" smtClean="0">
              <a:solidFill>
                <a:schemeClr val="tx1"/>
              </a:solidFill>
            </a:endParaRPr>
          </a:p>
          <a:p>
            <a:pPr>
              <a:lnSpc>
                <a:spcPct val="120000"/>
              </a:lnSpc>
            </a:pPr>
            <a:r>
              <a:rPr lang="en-US" altLang="zh-CN" sz="2400" b="1" u="sng" dirty="0">
                <a:solidFill>
                  <a:srgbClr val="FF0000"/>
                </a:solidFill>
              </a:rPr>
              <a:t>With Sanya planning to develop tourism industry, </a:t>
            </a:r>
            <a:r>
              <a:rPr lang="en-US" altLang="zh-CN" sz="2400" dirty="0">
                <a:solidFill>
                  <a:schemeClr val="tx1"/>
                </a:solidFill>
              </a:rPr>
              <a:t>many hotels have been established.</a:t>
            </a:r>
            <a:endParaRPr lang="en-US" altLang="zh-CN" sz="2400" dirty="0">
              <a:solidFill>
                <a:schemeClr val="tx1"/>
              </a:solidFill>
            </a:endParaRPr>
          </a:p>
          <a:p>
            <a:pPr>
              <a:lnSpc>
                <a:spcPct val="120000"/>
              </a:lnSpc>
            </a:pPr>
            <a:r>
              <a:rPr sz="2400" dirty="0">
                <a:solidFill>
                  <a:schemeClr val="tx1"/>
                </a:solidFill>
              </a:rPr>
              <a:t>随着很多消费者被广告所影响，他们倾向于去买他们不需要的奢侈品。</a:t>
            </a:r>
            <a:endParaRPr sz="2400" dirty="0">
              <a:solidFill>
                <a:schemeClr val="tx1"/>
              </a:solidFill>
            </a:endParaRPr>
          </a:p>
          <a:p>
            <a:pPr>
              <a:lnSpc>
                <a:spcPct val="120000"/>
              </a:lnSpc>
            </a:pPr>
            <a:r>
              <a:rPr lang="en-US" altLang="zh-CN" sz="2400" b="1" u="sng" dirty="0">
                <a:solidFill>
                  <a:srgbClr val="FF0000"/>
                </a:solidFill>
              </a:rPr>
              <a:t>With many consumers influenced by advertisements</a:t>
            </a:r>
            <a:r>
              <a:rPr lang="en-US" altLang="zh-CN" sz="2400" dirty="0">
                <a:solidFill>
                  <a:schemeClr val="tx1"/>
                </a:solidFill>
              </a:rPr>
              <a:t>, they tend to buy some luxuries that they do not need.</a:t>
            </a:r>
            <a:endParaRPr lang="en-US" altLang="zh-CN" sz="2400"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solidFill>
                  <a:schemeClr val="tx1"/>
                </a:solidFill>
                <a:sym typeface="+mn-ea"/>
              </a:rPr>
              <a:t>With+n+</a:t>
            </a:r>
            <a:r>
              <a:rPr lang="en-US" altLang="zh-CN" u="sng" dirty="0" err="1" smtClean="0">
                <a:solidFill>
                  <a:srgbClr val="FF0000"/>
                </a:solidFill>
                <a:sym typeface="+mn-ea"/>
              </a:rPr>
              <a:t>doing</a:t>
            </a:r>
            <a:r>
              <a:rPr lang="en-US" altLang="zh-CN" u="sng" dirty="0" smtClean="0">
                <a:solidFill>
                  <a:srgbClr val="FF0000"/>
                </a:solidFill>
                <a:sym typeface="+mn-ea"/>
              </a:rPr>
              <a:t>/done</a:t>
            </a:r>
            <a:endParaRPr lang="en-US" altLang="zh-CN">
              <a:solidFill>
                <a:schemeClr val="tx1"/>
              </a:solidFill>
              <a:sym typeface="+mn-ea"/>
            </a:endParaRPr>
          </a:p>
        </p:txBody>
      </p:sp>
      <p:sp>
        <p:nvSpPr>
          <p:cNvPr id="3" name="内容占位符 2"/>
          <p:cNvSpPr>
            <a:spLocks noGrp="1"/>
          </p:cNvSpPr>
          <p:nvPr>
            <p:ph idx="1"/>
          </p:nvPr>
        </p:nvSpPr>
        <p:spPr>
          <a:xfrm>
            <a:off x="499110" y="1409700"/>
            <a:ext cx="8390890" cy="3628390"/>
          </a:xfrm>
        </p:spPr>
        <p:txBody>
          <a:bodyPr/>
          <a:lstStyle/>
          <a:p>
            <a:pPr>
              <a:lnSpc>
                <a:spcPct val="120000"/>
              </a:lnSpc>
            </a:pPr>
            <a:r>
              <a:rPr sz="2400" dirty="0" smtClean="0">
                <a:solidFill>
                  <a:schemeClr val="tx1"/>
                </a:solidFill>
              </a:rPr>
              <a:t>随着很多学生选择出国留学，国内的就业压力变小了。</a:t>
            </a:r>
            <a:endParaRPr sz="2400" dirty="0" smtClean="0">
              <a:solidFill>
                <a:schemeClr val="tx1"/>
              </a:solidFill>
            </a:endParaRPr>
          </a:p>
          <a:p>
            <a:pPr>
              <a:lnSpc>
                <a:spcPct val="120000"/>
              </a:lnSpc>
            </a:pPr>
            <a:r>
              <a:rPr lang="en-US" altLang="zh-CN" sz="2400" b="1" u="sng" dirty="0">
                <a:solidFill>
                  <a:srgbClr val="FF0000"/>
                </a:solidFill>
              </a:rPr>
              <a:t>With many students choosing to study abroad,</a:t>
            </a:r>
            <a:r>
              <a:rPr lang="en-US" altLang="zh-CN" sz="2400" dirty="0">
                <a:solidFill>
                  <a:schemeClr val="tx1"/>
                </a:solidFill>
              </a:rPr>
              <a:t> the employment competition has become lesss fierce </a:t>
            </a:r>
            <a:r>
              <a:rPr lang="en-US" altLang="zh-CN" sz="2400" b="1" dirty="0">
                <a:solidFill>
                  <a:schemeClr val="tx1"/>
                </a:solidFill>
              </a:rPr>
              <a:t>than befor</a:t>
            </a:r>
            <a:r>
              <a:rPr lang="en-US" altLang="zh-CN" sz="2400" dirty="0">
                <a:solidFill>
                  <a:schemeClr val="tx1"/>
                </a:solidFill>
              </a:rPr>
              <a:t>e.</a:t>
            </a:r>
            <a:endParaRPr sz="2400" dirty="0">
              <a:solidFill>
                <a:schemeClr val="tx1"/>
              </a:solidFill>
            </a:endParaRPr>
          </a:p>
          <a:p>
            <a:pPr>
              <a:lnSpc>
                <a:spcPct val="120000"/>
              </a:lnSpc>
            </a:pPr>
            <a:r>
              <a:rPr sz="2400" dirty="0">
                <a:solidFill>
                  <a:schemeClr val="tx1"/>
                </a:solidFill>
              </a:rPr>
              <a:t>随着很多读者被媒体所操控，他们倾向于掉入商人和政客的全套。</a:t>
            </a:r>
            <a:endParaRPr sz="2400" dirty="0">
              <a:solidFill>
                <a:schemeClr val="tx1"/>
              </a:solidFill>
            </a:endParaRPr>
          </a:p>
          <a:p>
            <a:pPr>
              <a:lnSpc>
                <a:spcPct val="120000"/>
              </a:lnSpc>
            </a:pPr>
            <a:r>
              <a:rPr lang="en-US" altLang="zh-CN" sz="2400" b="1" u="sng" dirty="0">
                <a:solidFill>
                  <a:srgbClr val="FF0000"/>
                </a:solidFill>
              </a:rPr>
              <a:t>With many readers manipulated by the media, </a:t>
            </a:r>
            <a:r>
              <a:rPr lang="en-US" altLang="zh-CN" sz="2400" b="1" dirty="0">
                <a:solidFill>
                  <a:schemeClr val="tx1"/>
                </a:solidFill>
              </a:rPr>
              <a:t>they tend to fall into the trap of businessmen and politicians.</a:t>
            </a:r>
            <a:endParaRPr lang="en-US" altLang="zh-CN" sz="2400" b="1"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solidFill>
                  <a:schemeClr val="tx1"/>
                </a:solidFill>
                <a:sym typeface="+mn-ea"/>
              </a:rPr>
              <a:t>With+n+</a:t>
            </a:r>
            <a:r>
              <a:rPr lang="en-US" altLang="zh-CN" u="sng" dirty="0" err="1" smtClean="0">
                <a:solidFill>
                  <a:srgbClr val="FF0000"/>
                </a:solidFill>
                <a:sym typeface="+mn-ea"/>
              </a:rPr>
              <a:t>doing</a:t>
            </a:r>
            <a:r>
              <a:rPr lang="en-US" altLang="zh-CN" u="sng" dirty="0" smtClean="0">
                <a:solidFill>
                  <a:srgbClr val="FF0000"/>
                </a:solidFill>
                <a:sym typeface="+mn-ea"/>
              </a:rPr>
              <a:t>/done</a:t>
            </a:r>
            <a:endParaRPr lang="en-US" altLang="zh-CN">
              <a:solidFill>
                <a:schemeClr val="tx1"/>
              </a:solidFill>
              <a:sym typeface="+mn-ea"/>
            </a:endParaRPr>
          </a:p>
        </p:txBody>
      </p:sp>
      <p:sp>
        <p:nvSpPr>
          <p:cNvPr id="3" name="内容占位符 2"/>
          <p:cNvSpPr>
            <a:spLocks noGrp="1"/>
          </p:cNvSpPr>
          <p:nvPr>
            <p:ph idx="1"/>
          </p:nvPr>
        </p:nvSpPr>
        <p:spPr>
          <a:xfrm>
            <a:off x="499110" y="1409700"/>
            <a:ext cx="8390890" cy="3628390"/>
          </a:xfrm>
        </p:spPr>
        <p:txBody>
          <a:bodyPr/>
          <a:lstStyle/>
          <a:p>
            <a:pPr>
              <a:lnSpc>
                <a:spcPct val="120000"/>
              </a:lnSpc>
            </a:pPr>
            <a:r>
              <a:rPr sz="2400" b="1" dirty="0">
                <a:solidFill>
                  <a:schemeClr val="tx1"/>
                </a:solidFill>
              </a:rPr>
              <a:t>这个村庄已经被发展地很好了，有很多路被添加在那里。</a:t>
            </a:r>
            <a:endParaRPr sz="2400" b="1" dirty="0">
              <a:solidFill>
                <a:schemeClr val="tx1"/>
              </a:solidFill>
            </a:endParaRPr>
          </a:p>
          <a:p>
            <a:pPr>
              <a:lnSpc>
                <a:spcPct val="120000"/>
              </a:lnSpc>
            </a:pPr>
            <a:r>
              <a:rPr lang="en-US" altLang="zh-CN" sz="2400" b="1" dirty="0">
                <a:solidFill>
                  <a:schemeClr val="tx1"/>
                </a:solidFill>
              </a:rPr>
              <a:t>The village has been developed very well,</a:t>
            </a:r>
            <a:r>
              <a:rPr lang="en-US" altLang="zh-CN" sz="2400" b="1" u="sng" dirty="0">
                <a:solidFill>
                  <a:srgbClr val="FF0000"/>
                </a:solidFill>
              </a:rPr>
              <a:t> with many roads added there</a:t>
            </a:r>
            <a:r>
              <a:rPr lang="en-US" altLang="zh-CN" sz="2400" b="1" dirty="0">
                <a:solidFill>
                  <a:schemeClr val="tx1"/>
                </a:solidFill>
              </a:rPr>
              <a:t>.</a:t>
            </a:r>
            <a:endParaRPr lang="en-US" altLang="zh-CN" sz="2400" b="1" dirty="0">
              <a:solidFill>
                <a:schemeClr val="tx1"/>
              </a:solidFill>
            </a:endParaRPr>
          </a:p>
          <a:p>
            <a:pPr>
              <a:lnSpc>
                <a:spcPct val="120000"/>
              </a:lnSpc>
            </a:pPr>
            <a:r>
              <a:rPr sz="2400" b="1" dirty="0">
                <a:solidFill>
                  <a:schemeClr val="tx1"/>
                </a:solidFill>
              </a:rPr>
              <a:t>这个公园非常凉爽，有一条河流包围着它。</a:t>
            </a:r>
            <a:endParaRPr sz="2400" b="1" dirty="0">
              <a:solidFill>
                <a:schemeClr val="tx1"/>
              </a:solidFill>
            </a:endParaRPr>
          </a:p>
          <a:p>
            <a:pPr>
              <a:lnSpc>
                <a:spcPct val="120000"/>
              </a:lnSpc>
            </a:pPr>
            <a:r>
              <a:rPr lang="en-US" altLang="zh-CN" sz="2400" b="1" dirty="0">
                <a:solidFill>
                  <a:schemeClr val="tx1"/>
                </a:solidFill>
              </a:rPr>
              <a:t>The park is very cool during the summer vocations, </a:t>
            </a:r>
            <a:r>
              <a:rPr lang="en-US" altLang="zh-CN" sz="2400" b="1" u="sng" dirty="0">
                <a:solidFill>
                  <a:srgbClr val="FF0000"/>
                </a:solidFill>
              </a:rPr>
              <a:t>with a river surrounding it</a:t>
            </a:r>
            <a:r>
              <a:rPr lang="en-US" altLang="zh-CN" sz="2400" b="1" dirty="0">
                <a:solidFill>
                  <a:schemeClr val="tx1"/>
                </a:solidFill>
              </a:rPr>
              <a:t>.</a:t>
            </a:r>
            <a:endParaRPr lang="en-US" altLang="zh-CN" sz="2400" b="1" dirty="0">
              <a:solidFill>
                <a:schemeClr val="tx1"/>
              </a:solidFill>
            </a:endParaRPr>
          </a:p>
          <a:p>
            <a:pPr>
              <a:lnSpc>
                <a:spcPct val="120000"/>
              </a:lnSpc>
            </a:pPr>
            <a:r>
              <a:rPr lang="en-US" altLang="zh-CN" sz="2400" b="1" dirty="0">
                <a:solidFill>
                  <a:schemeClr val="tx1"/>
                </a:solidFill>
              </a:rPr>
              <a:t>China depends heavily on fossil fuels, with 50% of electricty produced by it.</a:t>
            </a:r>
            <a:endParaRPr lang="en-US" altLang="zh-CN" sz="2400" b="1"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olidFill>
                  <a:schemeClr val="tx1"/>
                </a:solidFill>
              </a:rPr>
              <a:t>⑦</a:t>
            </a:r>
            <a:r>
              <a:rPr lang="en-US" altLang="zh-CN">
                <a:solidFill>
                  <a:schemeClr val="tx1"/>
                </a:solidFill>
              </a:rPr>
              <a:t>a</a:t>
            </a:r>
            <a:r>
              <a:rPr lang="zh-CN" altLang="en-US" sz="2400">
                <a:solidFill>
                  <a:schemeClr val="tx1"/>
                </a:solidFill>
              </a:rPr>
              <a:t>dv+</a:t>
            </a:r>
            <a:r>
              <a:rPr lang="en-US" altLang="zh-CN" sz="2400">
                <a:solidFill>
                  <a:schemeClr val="tx1"/>
                </a:solidFill>
              </a:rPr>
              <a:t>a</a:t>
            </a:r>
            <a:r>
              <a:rPr lang="zh-CN" altLang="en-US" sz="2400">
                <a:solidFill>
                  <a:schemeClr val="tx1"/>
                </a:solidFill>
              </a:rPr>
              <a:t>dj</a:t>
            </a:r>
            <a:endParaRPr lang="en-US" altLang="zh-CN" sz="2400">
              <a:solidFill>
                <a:schemeClr val="tx1"/>
              </a:solidFill>
            </a:endParaRPr>
          </a:p>
        </p:txBody>
      </p:sp>
      <p:sp>
        <p:nvSpPr>
          <p:cNvPr id="3" name="内容占位符 2"/>
          <p:cNvSpPr>
            <a:spLocks noGrp="1"/>
          </p:cNvSpPr>
          <p:nvPr>
            <p:ph idx="1"/>
          </p:nvPr>
        </p:nvSpPr>
        <p:spPr>
          <a:xfrm>
            <a:off x="395605" y="1419225"/>
            <a:ext cx="5045075" cy="3004820"/>
          </a:xfrm>
        </p:spPr>
        <p:txBody>
          <a:bodyPr/>
          <a:lstStyle/>
          <a:p>
            <a:pPr>
              <a:lnSpc>
                <a:spcPct val="110000"/>
              </a:lnSpc>
            </a:pPr>
            <a:r>
              <a:rPr lang="en-US" altLang="zh-CN" sz="2000" b="1" dirty="0" err="1">
                <a:solidFill>
                  <a:schemeClr val="tx1"/>
                </a:solidFill>
                <a:sym typeface="+mn-ea"/>
              </a:rPr>
              <a:t>i</a:t>
            </a:r>
            <a:r>
              <a:rPr sz="2000" b="1" smtClean="0">
                <a:solidFill>
                  <a:schemeClr val="tx1"/>
                </a:solidFill>
                <a:sym typeface="+mn-ea"/>
              </a:rPr>
              <a:t>ncredibly </a:t>
            </a:r>
            <a:r>
              <a:rPr lang="en-US" altLang="zh-CN" sz="2000" b="1" smtClean="0">
                <a:solidFill>
                  <a:schemeClr val="tx1"/>
                </a:solidFill>
                <a:sym typeface="+mn-ea"/>
              </a:rPr>
              <a:t>beautiful</a:t>
            </a:r>
            <a:endParaRPr lang="en-US" altLang="zh-CN" sz="2000" b="1" dirty="0">
              <a:solidFill>
                <a:schemeClr val="tx1"/>
              </a:solidFill>
            </a:endParaRPr>
          </a:p>
          <a:p>
            <a:pPr>
              <a:lnSpc>
                <a:spcPct val="110000"/>
              </a:lnSpc>
            </a:pPr>
            <a:r>
              <a:rPr lang="en-US" altLang="zh-CN" sz="2000" b="1">
                <a:solidFill>
                  <a:schemeClr val="tx1"/>
                </a:solidFill>
                <a:sym typeface="+mn-ea"/>
              </a:rPr>
              <a:t>e</a:t>
            </a:r>
            <a:r>
              <a:rPr sz="2000" b="1" smtClean="0">
                <a:solidFill>
                  <a:schemeClr val="tx1"/>
                </a:solidFill>
                <a:sym typeface="+mn-ea"/>
              </a:rPr>
              <a:t>xtremely </a:t>
            </a:r>
            <a:r>
              <a:rPr sz="2000" b="1">
                <a:solidFill>
                  <a:schemeClr val="tx1"/>
                </a:solidFill>
                <a:sym typeface="+mn-ea"/>
              </a:rPr>
              <a:t>dangerous</a:t>
            </a:r>
            <a:endParaRPr lang="en-US" altLang="zh-CN" sz="2000" b="1" dirty="0">
              <a:solidFill>
                <a:schemeClr val="tx1"/>
              </a:solidFill>
            </a:endParaRPr>
          </a:p>
          <a:p>
            <a:pPr>
              <a:lnSpc>
                <a:spcPct val="110000"/>
              </a:lnSpc>
            </a:pPr>
            <a:r>
              <a:rPr lang="en-US" altLang="zh-CN" sz="2000" b="1" dirty="0">
                <a:solidFill>
                  <a:schemeClr val="tx1"/>
                </a:solidFill>
              </a:rPr>
              <a:t>s</a:t>
            </a:r>
            <a:r>
              <a:rPr lang="en-US" altLang="zh-CN" sz="2000" b="1" dirty="0" smtClean="0">
                <a:solidFill>
                  <a:schemeClr val="tx1"/>
                </a:solidFill>
              </a:rPr>
              <a:t>eriously polluted</a:t>
            </a:r>
            <a:endParaRPr lang="en-US" altLang="zh-CN" sz="2000" b="1" dirty="0" smtClean="0">
              <a:solidFill>
                <a:schemeClr val="tx1"/>
              </a:solidFill>
            </a:endParaRPr>
          </a:p>
          <a:p>
            <a:pPr>
              <a:lnSpc>
                <a:spcPct val="110000"/>
              </a:lnSpc>
            </a:pPr>
            <a:r>
              <a:rPr lang="zh-CN" altLang="en-US" sz="2000" b="1" dirty="0">
                <a:solidFill>
                  <a:schemeClr val="tx1"/>
                </a:solidFill>
              </a:rPr>
              <a:t>particularly </a:t>
            </a:r>
            <a:r>
              <a:rPr lang="en-US" altLang="zh-CN" sz="2000" b="1" dirty="0" smtClean="0">
                <a:solidFill>
                  <a:schemeClr val="tx1"/>
                </a:solidFill>
              </a:rPr>
              <a:t>intelligent</a:t>
            </a:r>
            <a:endParaRPr lang="en-US" altLang="zh-CN" sz="2000" b="1" dirty="0" smtClean="0">
              <a:solidFill>
                <a:schemeClr val="tx1"/>
              </a:solidFill>
            </a:endParaRPr>
          </a:p>
          <a:p>
            <a:pPr>
              <a:lnSpc>
                <a:spcPct val="110000"/>
              </a:lnSpc>
            </a:pPr>
            <a:r>
              <a:rPr lang="en-US" altLang="zh-CN" sz="2000" b="1" dirty="0">
                <a:solidFill>
                  <a:schemeClr val="tx1"/>
                </a:solidFill>
              </a:rPr>
              <a:t>e</a:t>
            </a:r>
            <a:r>
              <a:rPr lang="en-US" altLang="zh-CN" sz="2000" b="1" dirty="0" smtClean="0">
                <a:solidFill>
                  <a:schemeClr val="tx1"/>
                </a:solidFill>
              </a:rPr>
              <a:t>specially worried</a:t>
            </a:r>
            <a:endParaRPr lang="en-US" altLang="zh-CN" sz="2000" b="1" dirty="0" smtClean="0">
              <a:solidFill>
                <a:schemeClr val="tx1"/>
              </a:solidFill>
            </a:endParaRPr>
          </a:p>
          <a:p>
            <a:pPr>
              <a:lnSpc>
                <a:spcPct val="110000"/>
              </a:lnSpc>
            </a:pPr>
            <a:r>
              <a:rPr lang="en-US" altLang="zh-CN" sz="2000" b="1" dirty="0" smtClean="0">
                <a:solidFill>
                  <a:schemeClr val="tx1"/>
                </a:solidFill>
              </a:rPr>
              <a:t>highly adaptable </a:t>
            </a:r>
            <a:endParaRPr lang="en-US" altLang="zh-CN" sz="2000" b="1" dirty="0" smtClean="0">
              <a:solidFill>
                <a:schemeClr val="tx1"/>
              </a:solidFill>
            </a:endParaRPr>
          </a:p>
          <a:p>
            <a:pPr>
              <a:lnSpc>
                <a:spcPct val="110000"/>
              </a:lnSpc>
            </a:pPr>
            <a:r>
              <a:rPr lang="en-US" altLang="zh-CN" sz="2000" b="1" dirty="0">
                <a:solidFill>
                  <a:schemeClr val="tx1"/>
                </a:solidFill>
              </a:rPr>
              <a:t>strongly recommended</a:t>
            </a:r>
            <a:endParaRPr lang="en-US" altLang="zh-CN" sz="2000" b="1" dirty="0">
              <a:solidFill>
                <a:schemeClr val="tx1"/>
              </a:solidFill>
            </a:endParaRPr>
          </a:p>
          <a:p>
            <a:pPr>
              <a:lnSpc>
                <a:spcPct val="110000"/>
              </a:lnSpc>
            </a:pPr>
            <a:r>
              <a:rPr lang="en-US" altLang="zh-CN" sz="2000" b="1" dirty="0">
                <a:solidFill>
                  <a:schemeClr val="tx1"/>
                </a:solidFill>
              </a:rPr>
              <a:t>v</a:t>
            </a:r>
            <a:r>
              <a:rPr lang="en-US" altLang="zh-CN" sz="2000" b="1" dirty="0" smtClean="0">
                <a:solidFill>
                  <a:schemeClr val="tx1"/>
                </a:solidFill>
              </a:rPr>
              <a:t>itally important</a:t>
            </a:r>
            <a:endParaRPr lang="en-US" altLang="zh-CN" sz="2000" b="1" dirty="0" smtClean="0">
              <a:solidFill>
                <a:schemeClr val="tx1"/>
              </a:solidFill>
            </a:endParaRPr>
          </a:p>
          <a:p>
            <a:pPr>
              <a:lnSpc>
                <a:spcPct val="110000"/>
              </a:lnSpc>
            </a:pPr>
            <a:r>
              <a:rPr lang="zh-CN" altLang="en-US" sz="1800" b="1" dirty="0" smtClean="0">
                <a:solidFill>
                  <a:schemeClr val="tx1"/>
                </a:solidFill>
              </a:rPr>
              <a:t>程度副词</a:t>
            </a:r>
            <a:endParaRPr lang="en-US" altLang="zh-CN" sz="1800" b="1" dirty="0" smtClean="0">
              <a:solidFill>
                <a:schemeClr val="tx1"/>
              </a:solidFill>
            </a:endParaRPr>
          </a:p>
          <a:p>
            <a:pPr>
              <a:lnSpc>
                <a:spcPct val="110000"/>
              </a:lnSpc>
            </a:pPr>
            <a:endParaRPr lang="zh-CN" altLang="en-US" dirty="0">
              <a:solidFill>
                <a:schemeClr val="tx1"/>
              </a:solidFill>
            </a:endParaRPr>
          </a:p>
          <a:p>
            <a:endParaRPr lang="en-US" altLang="zh-CN" sz="2400" dirty="0">
              <a:solidFill>
                <a:schemeClr val="tx1"/>
              </a:solidFill>
            </a:endParaRPr>
          </a:p>
          <a:p>
            <a:endParaRPr lang="en-US" altLang="zh-CN" sz="2400" dirty="0">
              <a:solidFill>
                <a:schemeClr val="tx1"/>
              </a:solidFill>
            </a:endParaRPr>
          </a:p>
        </p:txBody>
      </p:sp>
      <p:sp>
        <p:nvSpPr>
          <p:cNvPr id="4" name="内容占位符 2"/>
          <p:cNvSpPr>
            <a:spLocks noGrp="1"/>
          </p:cNvSpPr>
          <p:nvPr/>
        </p:nvSpPr>
        <p:spPr>
          <a:xfrm>
            <a:off x="4140200" y="843280"/>
            <a:ext cx="4994910" cy="3195320"/>
          </a:xfrm>
          <a:prstGeom prst="rect">
            <a:avLst/>
          </a:prstGeom>
          <a:noFill/>
          <a:ln w="9525">
            <a:noFill/>
            <a:miter lim="800000"/>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Font typeface="Arial" panose="020B0604020202020204" pitchFamily="34" charset="0"/>
              <a:buChar char="•"/>
              <a:defRPr lang="zh-CN" altLang="en-US" sz="2800" kern="1200" baseline="0" dirty="0">
                <a:solidFill>
                  <a:schemeClr val="bg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bg1"/>
                </a:solidFill>
                <a:latin typeface="+mn-lt"/>
                <a:ea typeface="+mn-ea"/>
                <a:cs typeface="微软雅黑" panose="020B0503020204020204" charset="-122"/>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bg1"/>
                </a:solidFill>
                <a:latin typeface="+mn-lt"/>
                <a:ea typeface="+mn-ea"/>
                <a:cs typeface="微软雅黑" panose="020B0503020204020204" charset="-122"/>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bg1"/>
                </a:solidFill>
                <a:latin typeface="+mn-lt"/>
                <a:ea typeface="+mn-ea"/>
                <a:cs typeface="微软雅黑" panose="020B0503020204020204" charset="-122"/>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bg1"/>
                </a:solidFill>
                <a:latin typeface="+mn-lt"/>
                <a:ea typeface="+mn-ea"/>
                <a:cs typeface="微软雅黑" panose="020B0503020204020204" charset="-122"/>
                <a:sym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10000"/>
              </a:lnSpc>
              <a:buClrTx/>
              <a:buSzTx/>
            </a:pPr>
            <a:r>
              <a:rPr lang="en-US" sz="2000" b="1" dirty="0">
                <a:solidFill>
                  <a:schemeClr val="tx1"/>
                </a:solidFill>
                <a:sym typeface="+mn-ea"/>
              </a:rPr>
              <a:t>a</a:t>
            </a:r>
            <a:r>
              <a:rPr sz="2000" b="1" dirty="0" smtClean="0">
                <a:solidFill>
                  <a:schemeClr val="tx1"/>
                </a:solidFill>
                <a:sym typeface="+mn-ea"/>
              </a:rPr>
              <a:t>cademically </a:t>
            </a:r>
            <a:r>
              <a:rPr sz="2000" b="1" dirty="0">
                <a:solidFill>
                  <a:schemeClr val="tx1"/>
                </a:solidFill>
                <a:sym typeface="+mn-ea"/>
              </a:rPr>
              <a:t>outstanding</a:t>
            </a:r>
            <a:endParaRPr lang="zh-CN" altLang="en-US" sz="2000" b="1" dirty="0">
              <a:solidFill>
                <a:schemeClr val="tx1"/>
              </a:solidFill>
            </a:endParaRPr>
          </a:p>
          <a:p>
            <a:pPr algn="l">
              <a:lnSpc>
                <a:spcPct val="110000"/>
              </a:lnSpc>
              <a:buClrTx/>
              <a:buSzTx/>
            </a:pPr>
            <a:r>
              <a:rPr lang="en-US" sz="2000" b="1" dirty="0">
                <a:solidFill>
                  <a:schemeClr val="tx1"/>
                </a:solidFill>
                <a:sym typeface="+mn-ea"/>
              </a:rPr>
              <a:t>s</a:t>
            </a:r>
            <a:r>
              <a:rPr sz="2000" b="1" dirty="0" smtClean="0">
                <a:solidFill>
                  <a:schemeClr val="tx1"/>
                </a:solidFill>
                <a:sym typeface="+mn-ea"/>
              </a:rPr>
              <a:t>ocially </a:t>
            </a:r>
            <a:r>
              <a:rPr sz="2000" b="1" dirty="0">
                <a:solidFill>
                  <a:schemeClr val="tx1"/>
                </a:solidFill>
                <a:sym typeface="+mn-ea"/>
              </a:rPr>
              <a:t>active</a:t>
            </a:r>
            <a:endParaRPr lang="zh-CN" altLang="en-US" sz="2000" b="1" dirty="0">
              <a:solidFill>
                <a:schemeClr val="tx1"/>
              </a:solidFill>
            </a:endParaRPr>
          </a:p>
          <a:p>
            <a:pPr algn="l">
              <a:lnSpc>
                <a:spcPct val="110000"/>
              </a:lnSpc>
              <a:buClrTx/>
              <a:buSzTx/>
            </a:pPr>
            <a:r>
              <a:rPr lang="en-US" altLang="zh-CN" sz="2000" b="1" dirty="0">
                <a:solidFill>
                  <a:schemeClr val="tx1"/>
                </a:solidFill>
                <a:sym typeface="+mn-ea"/>
              </a:rPr>
              <a:t>economically </a:t>
            </a:r>
            <a:r>
              <a:rPr lang="en-US" altLang="zh-CN" sz="2000" b="1" dirty="0" smtClean="0">
                <a:solidFill>
                  <a:schemeClr val="tx1"/>
                </a:solidFill>
                <a:sym typeface="+mn-ea"/>
              </a:rPr>
              <a:t>independent</a:t>
            </a:r>
            <a:endParaRPr lang="en-US" altLang="zh-CN" sz="2000" b="1" dirty="0" smtClean="0">
              <a:solidFill>
                <a:schemeClr val="tx1"/>
              </a:solidFill>
              <a:sym typeface="+mn-ea"/>
            </a:endParaRPr>
          </a:p>
          <a:p>
            <a:pPr algn="l">
              <a:lnSpc>
                <a:spcPct val="110000"/>
              </a:lnSpc>
              <a:buClrTx/>
              <a:buSzTx/>
            </a:pPr>
            <a:r>
              <a:rPr lang="en-US" altLang="zh-CN" sz="2000" b="1" dirty="0">
                <a:solidFill>
                  <a:schemeClr val="tx1"/>
                </a:solidFill>
                <a:sym typeface="+mn-ea"/>
              </a:rPr>
              <a:t>f</a:t>
            </a:r>
            <a:r>
              <a:rPr lang="en-US" altLang="zh-CN" sz="2000" b="1" dirty="0" smtClean="0">
                <a:solidFill>
                  <a:schemeClr val="tx1"/>
                </a:solidFill>
                <a:sym typeface="+mn-ea"/>
              </a:rPr>
              <a:t>inancially successful</a:t>
            </a:r>
            <a:endParaRPr lang="en-US" altLang="zh-CN" sz="2000" b="1" dirty="0">
              <a:solidFill>
                <a:schemeClr val="tx1"/>
              </a:solidFill>
            </a:endParaRPr>
          </a:p>
          <a:p>
            <a:pPr algn="l">
              <a:lnSpc>
                <a:spcPct val="110000"/>
              </a:lnSpc>
              <a:buClrTx/>
              <a:buSzTx/>
            </a:pPr>
            <a:r>
              <a:rPr lang="en-US" altLang="zh-CN" sz="2000" b="1" dirty="0" smtClean="0">
                <a:solidFill>
                  <a:schemeClr val="tx1"/>
                </a:solidFill>
                <a:sym typeface="+mn-ea"/>
              </a:rPr>
              <a:t>physically </a:t>
            </a:r>
            <a:r>
              <a:rPr lang="en-US" altLang="zh-CN" sz="2000" b="1" dirty="0">
                <a:solidFill>
                  <a:schemeClr val="tx1"/>
                </a:solidFill>
                <a:sym typeface="+mn-ea"/>
              </a:rPr>
              <a:t>strong</a:t>
            </a:r>
            <a:endParaRPr sz="2000" b="1" dirty="0">
              <a:solidFill>
                <a:schemeClr val="tx1"/>
              </a:solidFill>
            </a:endParaRPr>
          </a:p>
          <a:p>
            <a:pPr>
              <a:lnSpc>
                <a:spcPct val="110000"/>
              </a:lnSpc>
            </a:pPr>
            <a:r>
              <a:rPr lang="en-US" altLang="zh-CN" sz="2000" b="1" dirty="0">
                <a:solidFill>
                  <a:schemeClr val="tx1"/>
                </a:solidFill>
                <a:sym typeface="+mn-ea"/>
              </a:rPr>
              <a:t>mentally </a:t>
            </a:r>
            <a:r>
              <a:rPr lang="en-US" altLang="zh-CN" sz="2000" b="1" dirty="0" smtClean="0">
                <a:solidFill>
                  <a:schemeClr val="tx1"/>
                </a:solidFill>
                <a:sym typeface="+mn-ea"/>
              </a:rPr>
              <a:t>healthy</a:t>
            </a:r>
            <a:endParaRPr lang="en-US" altLang="zh-CN" sz="2000" b="1" dirty="0">
              <a:solidFill>
                <a:schemeClr val="tx1"/>
              </a:solidFill>
              <a:sym typeface="+mn-ea"/>
            </a:endParaRPr>
          </a:p>
          <a:p>
            <a:pPr>
              <a:lnSpc>
                <a:spcPct val="110000"/>
              </a:lnSpc>
            </a:pPr>
            <a:r>
              <a:rPr lang="en-US" altLang="zh-CN" sz="2000" b="1" dirty="0" smtClean="0">
                <a:solidFill>
                  <a:schemeClr val="tx1"/>
                </a:solidFill>
              </a:rPr>
              <a:t>environmentally </a:t>
            </a:r>
            <a:r>
              <a:rPr lang="en-US" altLang="zh-CN" sz="2000" b="1" dirty="0">
                <a:solidFill>
                  <a:schemeClr val="tx1"/>
                </a:solidFill>
              </a:rPr>
              <a:t>friendly</a:t>
            </a:r>
            <a:endParaRPr lang="en-US" altLang="zh-CN" sz="2000" b="1" dirty="0">
              <a:solidFill>
                <a:schemeClr val="tx1"/>
              </a:solidFill>
            </a:endParaRPr>
          </a:p>
          <a:p>
            <a:pPr>
              <a:lnSpc>
                <a:spcPct val="110000"/>
              </a:lnSpc>
            </a:pPr>
            <a:r>
              <a:rPr lang="en-US" altLang="zh-CN" sz="2000" b="1" dirty="0">
                <a:solidFill>
                  <a:schemeClr val="tx1"/>
                </a:solidFill>
                <a:sym typeface="+mn-ea"/>
              </a:rPr>
              <a:t>morally wrong</a:t>
            </a:r>
            <a:endParaRPr lang="en-US" altLang="zh-CN" sz="2000" b="1" dirty="0">
              <a:solidFill>
                <a:schemeClr val="tx1"/>
              </a:solidFill>
              <a:sym typeface="+mn-ea"/>
            </a:endParaRPr>
          </a:p>
          <a:p>
            <a:pPr>
              <a:lnSpc>
                <a:spcPct val="110000"/>
              </a:lnSpc>
            </a:pPr>
            <a:r>
              <a:rPr lang="en-US" altLang="zh-CN" sz="2000" b="1" dirty="0">
                <a:solidFill>
                  <a:schemeClr val="tx1"/>
                </a:solidFill>
                <a:sym typeface="+mn-ea"/>
              </a:rPr>
              <a:t>nutritionally balanced </a:t>
            </a:r>
            <a:endParaRPr lang="en-US" altLang="zh-CN" sz="2000" b="1" dirty="0">
              <a:solidFill>
                <a:schemeClr val="tx1"/>
              </a:solidFill>
              <a:sym typeface="+mn-ea"/>
            </a:endParaRPr>
          </a:p>
          <a:p>
            <a:pPr>
              <a:lnSpc>
                <a:spcPct val="110000"/>
              </a:lnSpc>
            </a:pPr>
            <a:r>
              <a:rPr sz="2000" b="1" smtClean="0">
                <a:solidFill>
                  <a:schemeClr val="tx1"/>
                </a:solidFill>
                <a:sym typeface="+mn-ea"/>
              </a:rPr>
              <a:t>方面副词</a:t>
            </a:r>
            <a:endParaRPr lang="en-US" altLang="zh-CN" sz="2000" b="1" dirty="0">
              <a:solidFill>
                <a:schemeClr val="tx1"/>
              </a:solidFill>
            </a:endParaRPr>
          </a:p>
          <a:p>
            <a:pPr algn="l">
              <a:lnSpc>
                <a:spcPct val="110000"/>
              </a:lnSpc>
              <a:buClrTx/>
              <a:buSzTx/>
            </a:pPr>
            <a:endParaRPr lang="en-US" altLang="zh-CN" sz="2400" b="1" dirty="0">
              <a:solidFill>
                <a:schemeClr val="tx1"/>
              </a:solidFill>
            </a:endParaRPr>
          </a:p>
          <a:p>
            <a:endParaRPr lang="en-US" altLang="zh-CN" sz="2400" b="1"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4">
                                            <p:txEl>
                                              <p:pRg st="0" end="0"/>
                                            </p:txEl>
                                          </p:spTgt>
                                        </p:tgtEl>
                                        <p:attrNameLst>
                                          <p:attrName>style.visibility</p:attrName>
                                        </p:attrNameLst>
                                      </p:cBhvr>
                                      <p:to>
                                        <p:strVal val="visible"/>
                                      </p:to>
                                    </p:set>
                                    <p:anim calcmode="lin" valueType="num">
                                      <p:cBhvr additive="base">
                                        <p:cTn id="61"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4">
                                            <p:txEl>
                                              <p:pRg st="1" end="1"/>
                                            </p:txEl>
                                          </p:spTgt>
                                        </p:tgtEl>
                                        <p:attrNameLst>
                                          <p:attrName>style.visibility</p:attrName>
                                        </p:attrNameLst>
                                      </p:cBhvr>
                                      <p:to>
                                        <p:strVal val="visible"/>
                                      </p:to>
                                    </p:set>
                                    <p:anim calcmode="lin" valueType="num">
                                      <p:cBhvr additive="base">
                                        <p:cTn id="67"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4">
                                            <p:txEl>
                                              <p:pRg st="2" end="2"/>
                                            </p:txEl>
                                          </p:spTgt>
                                        </p:tgtEl>
                                        <p:attrNameLst>
                                          <p:attrName>style.visibility</p:attrName>
                                        </p:attrNameLst>
                                      </p:cBhvr>
                                      <p:to>
                                        <p:strVal val="visible"/>
                                      </p:to>
                                    </p:set>
                                    <p:anim calcmode="lin" valueType="num">
                                      <p:cBhvr additive="base">
                                        <p:cTn id="73"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nodeType="clickEffect">
                                  <p:stCondLst>
                                    <p:cond delay="0"/>
                                  </p:stCondLst>
                                  <p:childTnLst>
                                    <p:set>
                                      <p:cBhvr>
                                        <p:cTn id="78" dur="1" fill="hold">
                                          <p:stCondLst>
                                            <p:cond delay="0"/>
                                          </p:stCondLst>
                                        </p:cTn>
                                        <p:tgtEl>
                                          <p:spTgt spid="4">
                                            <p:txEl>
                                              <p:pRg st="3" end="3"/>
                                            </p:txEl>
                                          </p:spTgt>
                                        </p:tgtEl>
                                        <p:attrNameLst>
                                          <p:attrName>style.visibility</p:attrName>
                                        </p:attrNameLst>
                                      </p:cBhvr>
                                      <p:to>
                                        <p:strVal val="visible"/>
                                      </p:to>
                                    </p:set>
                                    <p:anim calcmode="lin" valueType="num">
                                      <p:cBhvr additive="base">
                                        <p:cTn id="79"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nodeType="clickEffect">
                                  <p:stCondLst>
                                    <p:cond delay="0"/>
                                  </p:stCondLst>
                                  <p:childTnLst>
                                    <p:set>
                                      <p:cBhvr>
                                        <p:cTn id="84" dur="1" fill="hold">
                                          <p:stCondLst>
                                            <p:cond delay="0"/>
                                          </p:stCondLst>
                                        </p:cTn>
                                        <p:tgtEl>
                                          <p:spTgt spid="4">
                                            <p:txEl>
                                              <p:pRg st="4" end="4"/>
                                            </p:txEl>
                                          </p:spTgt>
                                        </p:tgtEl>
                                        <p:attrNameLst>
                                          <p:attrName>style.visibility</p:attrName>
                                        </p:attrNameLst>
                                      </p:cBhvr>
                                      <p:to>
                                        <p:strVal val="visible"/>
                                      </p:to>
                                    </p:set>
                                    <p:anim calcmode="lin" valueType="num">
                                      <p:cBhvr additive="base">
                                        <p:cTn id="85"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86"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nodeType="clickEffect">
                                  <p:stCondLst>
                                    <p:cond delay="0"/>
                                  </p:stCondLst>
                                  <p:childTnLst>
                                    <p:set>
                                      <p:cBhvr>
                                        <p:cTn id="90" dur="1" fill="hold">
                                          <p:stCondLst>
                                            <p:cond delay="0"/>
                                          </p:stCondLst>
                                        </p:cTn>
                                        <p:tgtEl>
                                          <p:spTgt spid="4">
                                            <p:txEl>
                                              <p:pRg st="5" end="5"/>
                                            </p:txEl>
                                          </p:spTgt>
                                        </p:tgtEl>
                                        <p:attrNameLst>
                                          <p:attrName>style.visibility</p:attrName>
                                        </p:attrNameLst>
                                      </p:cBhvr>
                                      <p:to>
                                        <p:strVal val="visible"/>
                                      </p:to>
                                    </p:set>
                                    <p:anim calcmode="lin" valueType="num">
                                      <p:cBhvr additive="base">
                                        <p:cTn id="91"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92"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4" fill="hold" nodeType="clickEffect">
                                  <p:stCondLst>
                                    <p:cond delay="0"/>
                                  </p:stCondLst>
                                  <p:childTnLst>
                                    <p:set>
                                      <p:cBhvr>
                                        <p:cTn id="96" dur="1" fill="hold">
                                          <p:stCondLst>
                                            <p:cond delay="0"/>
                                          </p:stCondLst>
                                        </p:cTn>
                                        <p:tgtEl>
                                          <p:spTgt spid="4">
                                            <p:txEl>
                                              <p:pRg st="6" end="6"/>
                                            </p:txEl>
                                          </p:spTgt>
                                        </p:tgtEl>
                                        <p:attrNameLst>
                                          <p:attrName>style.visibility</p:attrName>
                                        </p:attrNameLst>
                                      </p:cBhvr>
                                      <p:to>
                                        <p:strVal val="visible"/>
                                      </p:to>
                                    </p:set>
                                    <p:anim calcmode="lin" valueType="num">
                                      <p:cBhvr additive="base">
                                        <p:cTn id="97"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98" dur="500" fill="hold"/>
                                        <p:tgtEl>
                                          <p:spTgt spid="4">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4" fill="hold" nodeType="clickEffect">
                                  <p:stCondLst>
                                    <p:cond delay="0"/>
                                  </p:stCondLst>
                                  <p:childTnLst>
                                    <p:set>
                                      <p:cBhvr>
                                        <p:cTn id="102" dur="1" fill="hold">
                                          <p:stCondLst>
                                            <p:cond delay="0"/>
                                          </p:stCondLst>
                                        </p:cTn>
                                        <p:tgtEl>
                                          <p:spTgt spid="4">
                                            <p:txEl>
                                              <p:pRg st="7" end="7"/>
                                            </p:txEl>
                                          </p:spTgt>
                                        </p:tgtEl>
                                        <p:attrNameLst>
                                          <p:attrName>style.visibility</p:attrName>
                                        </p:attrNameLst>
                                      </p:cBhvr>
                                      <p:to>
                                        <p:strVal val="visible"/>
                                      </p:to>
                                    </p:set>
                                    <p:anim calcmode="lin" valueType="num">
                                      <p:cBhvr additive="base">
                                        <p:cTn id="103"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104" dur="500" fill="hold"/>
                                        <p:tgtEl>
                                          <p:spTgt spid="4">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2" presetClass="entr" presetSubtype="4" fill="hold" nodeType="clickEffect">
                                  <p:stCondLst>
                                    <p:cond delay="0"/>
                                  </p:stCondLst>
                                  <p:childTnLst>
                                    <p:set>
                                      <p:cBhvr>
                                        <p:cTn id="108" dur="1" fill="hold">
                                          <p:stCondLst>
                                            <p:cond delay="0"/>
                                          </p:stCondLst>
                                        </p:cTn>
                                        <p:tgtEl>
                                          <p:spTgt spid="4">
                                            <p:txEl>
                                              <p:pRg st="8" end="8"/>
                                            </p:txEl>
                                          </p:spTgt>
                                        </p:tgtEl>
                                        <p:attrNameLst>
                                          <p:attrName>style.visibility</p:attrName>
                                        </p:attrNameLst>
                                      </p:cBhvr>
                                      <p:to>
                                        <p:strVal val="visible"/>
                                      </p:to>
                                    </p:set>
                                    <p:anim calcmode="lin" valueType="num">
                                      <p:cBhvr additive="base">
                                        <p:cTn id="109" dur="500" fill="hold"/>
                                        <p:tgtEl>
                                          <p:spTgt spid="4">
                                            <p:txEl>
                                              <p:pRg st="8" end="8"/>
                                            </p:txEl>
                                          </p:spTgt>
                                        </p:tgtEl>
                                        <p:attrNameLst>
                                          <p:attrName>ppt_x</p:attrName>
                                        </p:attrNameLst>
                                      </p:cBhvr>
                                      <p:tavLst>
                                        <p:tav tm="0">
                                          <p:val>
                                            <p:strVal val="#ppt_x"/>
                                          </p:val>
                                        </p:tav>
                                        <p:tav tm="100000">
                                          <p:val>
                                            <p:strVal val="#ppt_x"/>
                                          </p:val>
                                        </p:tav>
                                      </p:tavLst>
                                    </p:anim>
                                    <p:anim calcmode="lin" valueType="num">
                                      <p:cBhvr additive="base">
                                        <p:cTn id="110" dur="500" fill="hold"/>
                                        <p:tgtEl>
                                          <p:spTgt spid="4">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113" presetID="2" presetClass="entr" presetSubtype="4" fill="hold" nodeType="clickEffect">
                                  <p:stCondLst>
                                    <p:cond delay="0"/>
                                  </p:stCondLst>
                                  <p:childTnLst>
                                    <p:set>
                                      <p:cBhvr>
                                        <p:cTn id="114" dur="1" fill="hold">
                                          <p:stCondLst>
                                            <p:cond delay="0"/>
                                          </p:stCondLst>
                                        </p:cTn>
                                        <p:tgtEl>
                                          <p:spTgt spid="4">
                                            <p:txEl>
                                              <p:pRg st="9" end="9"/>
                                            </p:txEl>
                                          </p:spTgt>
                                        </p:tgtEl>
                                        <p:attrNameLst>
                                          <p:attrName>style.visibility</p:attrName>
                                        </p:attrNameLst>
                                      </p:cBhvr>
                                      <p:to>
                                        <p:strVal val="visible"/>
                                      </p:to>
                                    </p:set>
                                    <p:anim calcmode="lin" valueType="num">
                                      <p:cBhvr additive="base">
                                        <p:cTn id="115" dur="500" fill="hold"/>
                                        <p:tgtEl>
                                          <p:spTgt spid="4">
                                            <p:txEl>
                                              <p:pRg st="9" end="9"/>
                                            </p:txEl>
                                          </p:spTgt>
                                        </p:tgtEl>
                                        <p:attrNameLst>
                                          <p:attrName>ppt_x</p:attrName>
                                        </p:attrNameLst>
                                      </p:cBhvr>
                                      <p:tavLst>
                                        <p:tav tm="0">
                                          <p:val>
                                            <p:strVal val="#ppt_x"/>
                                          </p:val>
                                        </p:tav>
                                        <p:tav tm="100000">
                                          <p:val>
                                            <p:strVal val="#ppt_x"/>
                                          </p:val>
                                        </p:tav>
                                      </p:tavLst>
                                    </p:anim>
                                    <p:anim calcmode="lin" valueType="num">
                                      <p:cBhvr additive="base">
                                        <p:cTn id="116" dur="500" fill="hold"/>
                                        <p:tgtEl>
                                          <p:spTgt spid="4">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400">
                <a:solidFill>
                  <a:schemeClr val="tx1"/>
                </a:solidFill>
              </a:rPr>
              <a:t>Be +adv+adj</a:t>
            </a:r>
            <a:r>
              <a:rPr lang="zh-CN" altLang="en-US" sz="2400">
                <a:solidFill>
                  <a:schemeClr val="tx1"/>
                </a:solidFill>
              </a:rPr>
              <a:t>（系</a:t>
            </a:r>
            <a:r>
              <a:rPr lang="en-US" altLang="zh-CN" sz="2400">
                <a:solidFill>
                  <a:schemeClr val="tx1"/>
                </a:solidFill>
              </a:rPr>
              <a:t> </a:t>
            </a:r>
            <a:r>
              <a:rPr lang="zh-CN" altLang="en-US" sz="2400">
                <a:solidFill>
                  <a:schemeClr val="tx1"/>
                </a:solidFill>
              </a:rPr>
              <a:t>表）</a:t>
            </a:r>
            <a:endParaRPr lang="zh-CN" altLang="en-US" sz="2400">
              <a:solidFill>
                <a:schemeClr val="tx1"/>
              </a:solidFill>
            </a:endParaRPr>
          </a:p>
        </p:txBody>
      </p:sp>
      <p:sp>
        <p:nvSpPr>
          <p:cNvPr id="4" name="内容占位符 2"/>
          <p:cNvSpPr>
            <a:spLocks noGrp="1"/>
          </p:cNvSpPr>
          <p:nvPr/>
        </p:nvSpPr>
        <p:spPr>
          <a:xfrm>
            <a:off x="605790" y="1273175"/>
            <a:ext cx="7454900" cy="3342005"/>
          </a:xfrm>
          <a:prstGeom prst="rect">
            <a:avLst/>
          </a:prstGeom>
          <a:noFill/>
          <a:ln w="9525">
            <a:noFill/>
            <a:miter lim="800000"/>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Font typeface="Arial" panose="020B0604020202020204" pitchFamily="34" charset="0"/>
              <a:buChar char="•"/>
              <a:defRPr lang="zh-CN" altLang="en-US" sz="2800" kern="1200" baseline="0" dirty="0">
                <a:solidFill>
                  <a:schemeClr val="bg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bg1"/>
                </a:solidFill>
                <a:latin typeface="+mn-lt"/>
                <a:ea typeface="+mn-ea"/>
                <a:cs typeface="微软雅黑" panose="020B0503020204020204" charset="-122"/>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bg1"/>
                </a:solidFill>
                <a:latin typeface="+mn-lt"/>
                <a:ea typeface="+mn-ea"/>
                <a:cs typeface="微软雅黑" panose="020B0503020204020204" charset="-122"/>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bg1"/>
                </a:solidFill>
                <a:latin typeface="+mn-lt"/>
                <a:ea typeface="+mn-ea"/>
                <a:cs typeface="微软雅黑" panose="020B0503020204020204" charset="-122"/>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bg1"/>
                </a:solidFill>
                <a:latin typeface="+mn-lt"/>
                <a:ea typeface="+mn-ea"/>
                <a:cs typeface="微软雅黑" panose="020B0503020204020204" charset="-122"/>
                <a:sym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30000"/>
              </a:lnSpc>
              <a:buClrTx/>
              <a:buSzTx/>
            </a:pPr>
            <a:r>
              <a:rPr lang="en-US" altLang="zh-CN" sz="2400" dirty="0">
                <a:solidFill>
                  <a:schemeClr val="tx1"/>
                </a:solidFill>
              </a:rPr>
              <a:t>Students </a:t>
            </a:r>
            <a:r>
              <a:rPr lang="en-US" altLang="zh-CN" sz="2400" b="1" u="sng" dirty="0">
                <a:solidFill>
                  <a:srgbClr val="FF0000"/>
                </a:solidFill>
                <a:highlight>
                  <a:srgbClr val="FFFF00"/>
                </a:highlight>
              </a:rPr>
              <a:t>are</a:t>
            </a:r>
            <a:r>
              <a:rPr lang="en-US" altLang="zh-CN" sz="2400" u="sng" dirty="0">
                <a:solidFill>
                  <a:srgbClr val="FF0000"/>
                </a:solidFill>
                <a:highlight>
                  <a:srgbClr val="FFFF00"/>
                </a:highlight>
              </a:rPr>
              <a:t> </a:t>
            </a:r>
            <a:r>
              <a:rPr lang="en-US" altLang="zh-CN" sz="2400" dirty="0">
                <a:solidFill>
                  <a:schemeClr val="tx1"/>
                </a:solidFill>
              </a:rPr>
              <a:t>often </a:t>
            </a:r>
            <a:r>
              <a:rPr lang="en-US" altLang="zh-CN" sz="2400" b="1" u="sng" dirty="0">
                <a:solidFill>
                  <a:schemeClr val="tx1"/>
                </a:solidFill>
              </a:rPr>
              <a:t>increadibly </a:t>
            </a:r>
            <a:r>
              <a:rPr lang="en-US" altLang="zh-CN" sz="2400" b="1" u="sng" dirty="0">
                <a:solidFill>
                  <a:srgbClr val="FF0000"/>
                </a:solidFill>
              </a:rPr>
              <a:t>good-looking</a:t>
            </a:r>
            <a:r>
              <a:rPr lang="en-US" altLang="zh-CN" sz="2400" dirty="0">
                <a:solidFill>
                  <a:schemeClr val="tx1"/>
                </a:solidFill>
              </a:rPr>
              <a:t>.</a:t>
            </a:r>
            <a:endParaRPr lang="en-US" altLang="zh-CN" sz="2400" dirty="0">
              <a:solidFill>
                <a:schemeClr val="tx1"/>
              </a:solidFill>
            </a:endParaRPr>
          </a:p>
          <a:p>
            <a:pPr algn="l">
              <a:lnSpc>
                <a:spcPct val="130000"/>
              </a:lnSpc>
              <a:buClrTx/>
              <a:buSzTx/>
            </a:pPr>
            <a:r>
              <a:rPr lang="en-US" altLang="zh-CN" sz="2400" dirty="0">
                <a:solidFill>
                  <a:schemeClr val="tx1"/>
                </a:solidFill>
              </a:rPr>
              <a:t>Animal testing</a:t>
            </a:r>
            <a:r>
              <a:rPr lang="en-US" altLang="zh-CN" sz="2400" dirty="0">
                <a:solidFill>
                  <a:schemeClr val="tx1"/>
                </a:solidFill>
                <a:highlight>
                  <a:srgbClr val="FFFF00"/>
                </a:highlight>
              </a:rPr>
              <a:t> </a:t>
            </a:r>
            <a:r>
              <a:rPr lang="en-US" altLang="zh-CN" sz="2400" b="1" u="sng" dirty="0">
                <a:solidFill>
                  <a:srgbClr val="FF0000"/>
                </a:solidFill>
                <a:highlight>
                  <a:srgbClr val="FFFF00"/>
                </a:highlight>
              </a:rPr>
              <a:t>is </a:t>
            </a:r>
            <a:r>
              <a:rPr lang="en-US" altLang="zh-CN" sz="2400" b="1" u="sng" dirty="0">
                <a:solidFill>
                  <a:srgbClr val="C00000"/>
                </a:solidFill>
              </a:rPr>
              <a:t>morally</a:t>
            </a:r>
            <a:r>
              <a:rPr lang="en-US" altLang="zh-CN" sz="2400" b="1" u="sng" dirty="0">
                <a:solidFill>
                  <a:srgbClr val="FF0000"/>
                </a:solidFill>
              </a:rPr>
              <a:t> wrong</a:t>
            </a:r>
            <a:r>
              <a:rPr lang="en-US" altLang="zh-CN" sz="2400" dirty="0">
                <a:solidFill>
                  <a:schemeClr val="tx1"/>
                </a:solidFill>
              </a:rPr>
              <a:t> in my opinion.</a:t>
            </a:r>
            <a:endParaRPr lang="en-US" altLang="zh-CN" sz="2400" dirty="0">
              <a:solidFill>
                <a:schemeClr val="tx1"/>
              </a:solidFill>
            </a:endParaRPr>
          </a:p>
          <a:p>
            <a:pPr algn="l">
              <a:lnSpc>
                <a:spcPct val="130000"/>
              </a:lnSpc>
              <a:buClrTx/>
              <a:buSzTx/>
            </a:pPr>
            <a:r>
              <a:rPr lang="en-US" altLang="zh-CN" sz="2400" dirty="0">
                <a:solidFill>
                  <a:schemeClr val="tx1"/>
                </a:solidFill>
              </a:rPr>
              <a:t>Those countries</a:t>
            </a:r>
            <a:r>
              <a:rPr lang="en-US" altLang="zh-CN" sz="2400" dirty="0">
                <a:solidFill>
                  <a:schemeClr val="tx1"/>
                </a:solidFill>
                <a:highlight>
                  <a:srgbClr val="FFFF00"/>
                </a:highlight>
              </a:rPr>
              <a:t> are</a:t>
            </a:r>
            <a:r>
              <a:rPr lang="en-US" altLang="zh-CN" sz="2400" dirty="0">
                <a:solidFill>
                  <a:schemeClr val="tx1"/>
                </a:solidFill>
              </a:rPr>
              <a:t> </a:t>
            </a:r>
            <a:r>
              <a:rPr lang="en-US" altLang="zh-CN" sz="2400" b="1" u="sng" dirty="0">
                <a:solidFill>
                  <a:srgbClr val="C00000"/>
                </a:solidFill>
              </a:rPr>
              <a:t>financially successful</a:t>
            </a:r>
            <a:r>
              <a:rPr lang="en-US" altLang="zh-CN" sz="2400" dirty="0">
                <a:solidFill>
                  <a:schemeClr val="tx1"/>
                </a:solidFill>
              </a:rPr>
              <a:t>.</a:t>
            </a:r>
            <a:endParaRPr lang="en-US" altLang="zh-CN" sz="2400" dirty="0">
              <a:solidFill>
                <a:schemeClr val="tx1"/>
              </a:solidFill>
            </a:endParaRPr>
          </a:p>
          <a:p>
            <a:pPr algn="l">
              <a:lnSpc>
                <a:spcPct val="130000"/>
              </a:lnSpc>
              <a:buClrTx/>
              <a:buSzTx/>
            </a:pPr>
            <a:r>
              <a:rPr lang="en-US" altLang="zh-CN" sz="2400" dirty="0">
                <a:solidFill>
                  <a:schemeClr val="tx1"/>
                </a:solidFill>
              </a:rPr>
              <a:t>Those athletes </a:t>
            </a:r>
            <a:r>
              <a:rPr lang="en-US" altLang="zh-CN" sz="2400" dirty="0">
                <a:solidFill>
                  <a:schemeClr val="tx1"/>
                </a:solidFill>
                <a:highlight>
                  <a:srgbClr val="FFFF00"/>
                </a:highlight>
              </a:rPr>
              <a:t>are</a:t>
            </a:r>
            <a:r>
              <a:rPr lang="en-US" altLang="zh-CN" sz="2400" dirty="0">
                <a:solidFill>
                  <a:schemeClr val="tx1"/>
                </a:solidFill>
              </a:rPr>
              <a:t> </a:t>
            </a:r>
            <a:r>
              <a:rPr lang="en-US" altLang="zh-CN" sz="2400" b="1" u="sng" dirty="0">
                <a:solidFill>
                  <a:srgbClr val="C00000"/>
                </a:solidFill>
              </a:rPr>
              <a:t>physically strong</a:t>
            </a:r>
            <a:r>
              <a:rPr lang="en-US" altLang="zh-CN" sz="2400" dirty="0">
                <a:solidFill>
                  <a:schemeClr val="tx1"/>
                </a:solidFill>
              </a:rPr>
              <a:t>.</a:t>
            </a:r>
            <a:endParaRPr lang="en-US" altLang="zh-CN" sz="2400" dirty="0">
              <a:solidFill>
                <a:schemeClr val="tx1"/>
              </a:solidFill>
            </a:endParaRPr>
          </a:p>
          <a:p>
            <a:endParaRPr lang="en-US" altLang="zh-CN" sz="2400"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 calcmode="lin" valueType="num">
                                      <p:cBhvr additive="base">
                                        <p:cTn id="13"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 calcmode="lin" valueType="num">
                                      <p:cBhvr additive="base">
                                        <p:cTn id="19"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xEl>
                                              <p:pRg st="3" end="3"/>
                                            </p:txEl>
                                          </p:spTgt>
                                        </p:tgtEl>
                                        <p:attrNameLst>
                                          <p:attrName>style.visibility</p:attrName>
                                        </p:attrNameLst>
                                      </p:cBhvr>
                                      <p:to>
                                        <p:strVal val="visible"/>
                                      </p:to>
                                    </p:set>
                                    <p:anim calcmode="lin" valueType="num">
                                      <p:cBhvr additive="base">
                                        <p:cTn id="25"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400">
                <a:solidFill>
                  <a:schemeClr val="tx1"/>
                </a:solidFill>
              </a:rPr>
              <a:t>adv+adj+n </a:t>
            </a:r>
            <a:r>
              <a:rPr lang="zh-CN" altLang="en-US" sz="2400">
                <a:solidFill>
                  <a:schemeClr val="tx1"/>
                </a:solidFill>
              </a:rPr>
              <a:t>做定语</a:t>
            </a:r>
            <a:r>
              <a:rPr lang="en-US" altLang="zh-CN" sz="2400">
                <a:solidFill>
                  <a:schemeClr val="tx1"/>
                </a:solidFill>
              </a:rPr>
              <a:t>--</a:t>
            </a:r>
            <a:r>
              <a:rPr lang="zh-CN" altLang="en-US" sz="2400">
                <a:solidFill>
                  <a:schemeClr val="tx1"/>
                </a:solidFill>
              </a:rPr>
              <a:t>修饰名词</a:t>
            </a:r>
            <a:endParaRPr lang="zh-CN" altLang="en-US" sz="2400">
              <a:solidFill>
                <a:schemeClr val="tx1"/>
              </a:solidFill>
            </a:endParaRPr>
          </a:p>
        </p:txBody>
      </p:sp>
      <p:sp>
        <p:nvSpPr>
          <p:cNvPr id="4" name="内容占位符 2"/>
          <p:cNvSpPr>
            <a:spLocks noGrp="1"/>
          </p:cNvSpPr>
          <p:nvPr/>
        </p:nvSpPr>
        <p:spPr>
          <a:xfrm>
            <a:off x="358140" y="1242060"/>
            <a:ext cx="8241030" cy="3711575"/>
          </a:xfrm>
          <a:prstGeom prst="rect">
            <a:avLst/>
          </a:prstGeom>
          <a:noFill/>
          <a:ln w="9525">
            <a:noFill/>
            <a:miter lim="800000"/>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Font typeface="Arial" panose="020B0604020202020204" pitchFamily="34" charset="0"/>
              <a:buChar char="•"/>
              <a:defRPr lang="zh-CN" altLang="en-US" sz="2800" kern="1200" baseline="0" dirty="0">
                <a:solidFill>
                  <a:schemeClr val="bg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bg1"/>
                </a:solidFill>
                <a:latin typeface="+mn-lt"/>
                <a:ea typeface="+mn-ea"/>
                <a:cs typeface="微软雅黑" panose="020B0503020204020204" charset="-122"/>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bg1"/>
                </a:solidFill>
                <a:latin typeface="+mn-lt"/>
                <a:ea typeface="+mn-ea"/>
                <a:cs typeface="微软雅黑" panose="020B0503020204020204" charset="-122"/>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bg1"/>
                </a:solidFill>
                <a:latin typeface="+mn-lt"/>
                <a:ea typeface="+mn-ea"/>
                <a:cs typeface="微软雅黑" panose="020B0503020204020204" charset="-122"/>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bg1"/>
                </a:solidFill>
                <a:latin typeface="+mn-lt"/>
                <a:ea typeface="+mn-ea"/>
                <a:cs typeface="微软雅黑" panose="020B0503020204020204" charset="-122"/>
                <a:sym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30000"/>
              </a:lnSpc>
              <a:buClrTx/>
              <a:buSzTx/>
            </a:pPr>
            <a:r>
              <a:rPr lang="en-US" altLang="zh-CN" sz="2400" dirty="0">
                <a:solidFill>
                  <a:schemeClr val="tx1"/>
                </a:solidFill>
                <a:highlight>
                  <a:srgbClr val="00FF00"/>
                </a:highlight>
              </a:rPr>
              <a:t>Socially active students</a:t>
            </a:r>
            <a:r>
              <a:rPr lang="en-US" altLang="zh-CN" sz="2400" dirty="0">
                <a:solidFill>
                  <a:schemeClr val="tx1"/>
                </a:solidFill>
              </a:rPr>
              <a:t> </a:t>
            </a:r>
            <a:r>
              <a:rPr lang="en-US" altLang="zh-CN" sz="2400" b="1" u="sng" dirty="0">
                <a:solidFill>
                  <a:srgbClr val="FF0000"/>
                </a:solidFill>
                <a:highlight>
                  <a:srgbClr val="FFFF00"/>
                </a:highlight>
              </a:rPr>
              <a:t>are</a:t>
            </a:r>
            <a:r>
              <a:rPr lang="en-US" altLang="zh-CN" sz="2400" u="sng" dirty="0">
                <a:solidFill>
                  <a:srgbClr val="FF0000"/>
                </a:solidFill>
                <a:highlight>
                  <a:srgbClr val="FFFF00"/>
                </a:highlight>
              </a:rPr>
              <a:t> </a:t>
            </a:r>
            <a:r>
              <a:rPr lang="en-US" altLang="zh-CN" sz="2400" dirty="0">
                <a:solidFill>
                  <a:schemeClr val="tx1"/>
                </a:solidFill>
              </a:rPr>
              <a:t>often </a:t>
            </a:r>
            <a:r>
              <a:rPr lang="en-US" altLang="zh-CN" sz="2400" b="1" u="sng" dirty="0">
                <a:solidFill>
                  <a:schemeClr val="tx1"/>
                </a:solidFill>
              </a:rPr>
              <a:t>increadibly </a:t>
            </a:r>
            <a:r>
              <a:rPr lang="en-US" altLang="zh-CN" sz="2400" b="1" u="sng" dirty="0">
                <a:solidFill>
                  <a:srgbClr val="FF0000"/>
                </a:solidFill>
              </a:rPr>
              <a:t>good-looking</a:t>
            </a:r>
            <a:r>
              <a:rPr lang="en-US" altLang="zh-CN" sz="2400" dirty="0">
                <a:solidFill>
                  <a:schemeClr val="tx1"/>
                </a:solidFill>
              </a:rPr>
              <a:t>.</a:t>
            </a:r>
            <a:endParaRPr lang="en-US" altLang="zh-CN" sz="2400" dirty="0">
              <a:solidFill>
                <a:schemeClr val="tx1"/>
              </a:solidFill>
            </a:endParaRPr>
          </a:p>
          <a:p>
            <a:pPr algn="l">
              <a:lnSpc>
                <a:spcPct val="130000"/>
              </a:lnSpc>
              <a:buClrTx/>
              <a:buSzTx/>
            </a:pPr>
            <a:r>
              <a:rPr lang="en-US" altLang="zh-CN" sz="2400" dirty="0">
                <a:solidFill>
                  <a:schemeClr val="tx1"/>
                </a:solidFill>
              </a:rPr>
              <a:t>The government should promote the use of </a:t>
            </a:r>
            <a:r>
              <a:rPr lang="en-US" altLang="zh-CN" sz="2400" dirty="0">
                <a:solidFill>
                  <a:schemeClr val="tx1"/>
                </a:solidFill>
                <a:highlight>
                  <a:srgbClr val="00FF00"/>
                </a:highlight>
              </a:rPr>
              <a:t>environmentally friendly packages and products</a:t>
            </a:r>
            <a:r>
              <a:rPr lang="en-US" altLang="zh-CN" sz="2400" dirty="0">
                <a:solidFill>
                  <a:schemeClr val="tx1"/>
                </a:solidFill>
              </a:rPr>
              <a:t>.</a:t>
            </a:r>
            <a:endParaRPr lang="en-US" altLang="zh-CN" sz="2400" dirty="0">
              <a:solidFill>
                <a:schemeClr val="tx1"/>
              </a:solidFill>
            </a:endParaRPr>
          </a:p>
          <a:p>
            <a:pPr algn="l">
              <a:lnSpc>
                <a:spcPct val="130000"/>
              </a:lnSpc>
              <a:buClrTx/>
              <a:buSzTx/>
            </a:pPr>
            <a:r>
              <a:rPr lang="en-US" altLang="zh-CN" sz="2400" dirty="0">
                <a:solidFill>
                  <a:schemeClr val="tx1"/>
                </a:solidFill>
              </a:rPr>
              <a:t>Those </a:t>
            </a:r>
            <a:r>
              <a:rPr lang="en-US" altLang="zh-CN" sz="2400" b="1" u="sng">
                <a:solidFill>
                  <a:srgbClr val="C00000"/>
                </a:solidFill>
                <a:highlight>
                  <a:srgbClr val="00FF00"/>
                </a:highlight>
                <a:sym typeface="+mn-ea"/>
              </a:rPr>
              <a:t>financially successful </a:t>
            </a:r>
            <a:r>
              <a:rPr lang="en-US" altLang="zh-CN" sz="2400" dirty="0">
                <a:solidFill>
                  <a:schemeClr val="tx1"/>
                </a:solidFill>
                <a:highlight>
                  <a:srgbClr val="00FF00"/>
                </a:highlight>
              </a:rPr>
              <a:t>countries</a:t>
            </a:r>
            <a:r>
              <a:rPr lang="en-US" altLang="zh-CN" sz="2400" dirty="0">
                <a:solidFill>
                  <a:schemeClr val="tx1"/>
                </a:solidFill>
              </a:rPr>
              <a:t> should provide some aid to developing countries.</a:t>
            </a:r>
            <a:endParaRPr lang="en-US" altLang="zh-CN" sz="2400" dirty="0">
              <a:solidFill>
                <a:schemeClr val="tx1"/>
              </a:solidFill>
            </a:endParaRPr>
          </a:p>
          <a:p>
            <a:pPr algn="l">
              <a:lnSpc>
                <a:spcPct val="130000"/>
              </a:lnSpc>
              <a:buClrTx/>
              <a:buSzTx/>
            </a:pPr>
            <a:r>
              <a:rPr lang="en-US" altLang="zh-CN" sz="2400" dirty="0">
                <a:solidFill>
                  <a:schemeClr val="tx1"/>
                </a:solidFill>
                <a:highlight>
                  <a:srgbClr val="00FF00"/>
                </a:highlight>
              </a:rPr>
              <a:t>Physically strong athletes</a:t>
            </a:r>
            <a:r>
              <a:rPr lang="en-US" altLang="zh-CN" sz="2400" b="1" u="sng" dirty="0">
                <a:solidFill>
                  <a:srgbClr val="C00000"/>
                </a:solidFill>
              </a:rPr>
              <a:t> usually win.</a:t>
            </a:r>
            <a:endParaRPr lang="en-US" altLang="zh-CN" sz="2400" dirty="0">
              <a:solidFill>
                <a:schemeClr val="tx1"/>
              </a:solidFill>
            </a:endParaRPr>
          </a:p>
          <a:p>
            <a:endParaRPr lang="en-US" altLang="zh-CN" sz="2400"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 calcmode="lin" valueType="num">
                                      <p:cBhvr additive="base">
                                        <p:cTn id="13"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 calcmode="lin" valueType="num">
                                      <p:cBhvr additive="base">
                                        <p:cTn id="19"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xEl>
                                              <p:pRg st="3" end="3"/>
                                            </p:txEl>
                                          </p:spTgt>
                                        </p:tgtEl>
                                        <p:attrNameLst>
                                          <p:attrName>style.visibility</p:attrName>
                                        </p:attrNameLst>
                                      </p:cBhvr>
                                      <p:to>
                                        <p:strVal val="visible"/>
                                      </p:to>
                                    </p:set>
                                    <p:anim calcmode="lin" valueType="num">
                                      <p:cBhvr additive="base">
                                        <p:cTn id="25"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标题 1"/>
          <p:cNvSpPr>
            <a:spLocks noGrp="1"/>
          </p:cNvSpPr>
          <p:nvPr>
            <p:ph type="title"/>
          </p:nvPr>
        </p:nvSpPr>
        <p:spPr>
          <a:xfrm>
            <a:off x="466725" y="698500"/>
            <a:ext cx="8499475" cy="500063"/>
          </a:xfrm>
        </p:spPr>
        <p:txBody>
          <a:bodyPr/>
          <a:lstStyle/>
          <a:p>
            <a:r>
              <a:rPr lang="zh-CN" altLang="en-US">
                <a:solidFill>
                  <a:schemeClr val="tx1"/>
                </a:solidFill>
                <a:sym typeface="+mn-ea"/>
              </a:rPr>
              <a:t>标点符号的使用</a:t>
            </a:r>
            <a:endParaRPr lang="zh-CN" altLang="en-US" dirty="0" smtClean="0"/>
          </a:p>
        </p:txBody>
      </p:sp>
      <p:sp>
        <p:nvSpPr>
          <p:cNvPr id="28674" name="内容占位符 2"/>
          <p:cNvSpPr>
            <a:spLocks noGrp="1"/>
          </p:cNvSpPr>
          <p:nvPr>
            <p:ph idx="1"/>
          </p:nvPr>
        </p:nvSpPr>
        <p:spPr>
          <a:xfrm>
            <a:off x="457200" y="1428750"/>
            <a:ext cx="8229600" cy="3303588"/>
          </a:xfrm>
        </p:spPr>
        <p:txBody>
          <a:bodyPr/>
          <a:lstStyle/>
          <a:p>
            <a:pPr>
              <a:lnSpc>
                <a:spcPct val="150000"/>
              </a:lnSpc>
              <a:buFont typeface="Arial" panose="020B0604020202020204" pitchFamily="34" charset="0"/>
              <a:buChar char="•"/>
            </a:pPr>
            <a:r>
              <a:rPr lang="zh-CN" altLang="en-US" sz="2000">
                <a:solidFill>
                  <a:schemeClr val="tx1"/>
                </a:solidFill>
                <a:sym typeface="+mn-ea"/>
              </a:rPr>
              <a:t>John </a:t>
            </a:r>
            <a:r>
              <a:rPr lang="en-US" altLang="zh-CN" sz="2000">
                <a:solidFill>
                  <a:schemeClr val="tx1"/>
                </a:solidFill>
                <a:sym typeface="+mn-ea"/>
              </a:rPr>
              <a:t>values his work</a:t>
            </a:r>
            <a:r>
              <a:rPr lang="zh-CN" altLang="en-US" sz="2000">
                <a:solidFill>
                  <a:schemeClr val="tx1"/>
                </a:solidFill>
                <a:sym typeface="+mn-ea"/>
              </a:rPr>
              <a:t>, he usually gets to his office early in the morning. </a:t>
            </a:r>
            <a:endParaRPr lang="zh-CN" altLang="en-US" sz="2000">
              <a:solidFill>
                <a:schemeClr val="tx1"/>
              </a:solidFill>
            </a:endParaRPr>
          </a:p>
          <a:p>
            <a:pPr>
              <a:lnSpc>
                <a:spcPct val="150000"/>
              </a:lnSpc>
              <a:buFont typeface="Arial" panose="020B0604020202020204" pitchFamily="34" charset="0"/>
              <a:buChar char="•"/>
            </a:pPr>
            <a:r>
              <a:rPr lang="zh-CN" altLang="en-US" sz="2000">
                <a:solidFill>
                  <a:schemeClr val="tx1"/>
                </a:solidFill>
                <a:sym typeface="+mn-ea"/>
              </a:rPr>
              <a:t>逗号不能连接两个完整句子。</a:t>
            </a:r>
            <a:endParaRPr lang="zh-CN" altLang="en-US" sz="2000">
              <a:solidFill>
                <a:schemeClr val="tx1"/>
              </a:solidFill>
            </a:endParaRPr>
          </a:p>
          <a:p>
            <a:pPr>
              <a:lnSpc>
                <a:spcPct val="150000"/>
              </a:lnSpc>
              <a:buFont typeface="Arial" panose="020B0604020202020204" pitchFamily="34" charset="0"/>
              <a:buChar char="•"/>
            </a:pPr>
            <a:r>
              <a:rPr sz="2000">
                <a:solidFill>
                  <a:schemeClr val="tx1"/>
                </a:solidFill>
                <a:sym typeface="+mn-ea"/>
              </a:rPr>
              <a:t>John </a:t>
            </a:r>
            <a:r>
              <a:rPr lang="en-US" altLang="zh-CN" sz="2000">
                <a:solidFill>
                  <a:schemeClr val="tx1"/>
                </a:solidFill>
                <a:sym typeface="+mn-ea"/>
              </a:rPr>
              <a:t>values his work, and h</a:t>
            </a:r>
            <a:r>
              <a:rPr sz="2000">
                <a:solidFill>
                  <a:schemeClr val="tx1"/>
                </a:solidFill>
                <a:sym typeface="+mn-ea"/>
              </a:rPr>
              <a:t>e usually gets to his office early in the morning. </a:t>
            </a:r>
            <a:endParaRPr sz="2000">
              <a:solidFill>
                <a:schemeClr val="tx1"/>
              </a:solidFill>
              <a:sym typeface="+mn-ea"/>
            </a:endParaRPr>
          </a:p>
          <a:p>
            <a:pPr>
              <a:buFont typeface="Wingdings" panose="05000000000000000000" pitchFamily="2" charset="2"/>
              <a:buChar char="Ø"/>
            </a:pPr>
            <a:endParaRPr lang="en-US" altLang="zh-CN" sz="2000" b="1" dirty="0" smtClean="0">
              <a:gradFill>
                <a:gsLst>
                  <a:gs pos="0">
                    <a:srgbClr val="FE4444"/>
                  </a:gs>
                  <a:gs pos="100000">
                    <a:srgbClr val="832B2B"/>
                  </a:gs>
                </a:gsLst>
                <a:lin scaled="0"/>
              </a:gradFill>
              <a:latin typeface="华文细黑" panose="02010600040101010101" charset="-122"/>
              <a:ea typeface="华文细黑" panose="02010600040101010101" charset="-122"/>
              <a:cs typeface="华文细黑" panose="02010600040101010101" charset="-122"/>
              <a:sym typeface="Comic Sans MS" panose="030F0702030302020204" pitchFamily="66"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8674">
                                            <p:txEl>
                                              <p:pRg st="0" end="0"/>
                                            </p:txEl>
                                          </p:spTgt>
                                        </p:tgtEl>
                                        <p:attrNameLst>
                                          <p:attrName>style.visibility</p:attrName>
                                        </p:attrNameLst>
                                      </p:cBhvr>
                                      <p:to>
                                        <p:strVal val="visible"/>
                                      </p:to>
                                    </p:set>
                                    <p:anim calcmode="lin" valueType="num">
                                      <p:cBhvr additive="base">
                                        <p:cTn id="7" dur="500" fill="hold"/>
                                        <p:tgtEl>
                                          <p:spTgt spid="2867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867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8674">
                                            <p:txEl>
                                              <p:pRg st="1" end="1"/>
                                            </p:txEl>
                                          </p:spTgt>
                                        </p:tgtEl>
                                        <p:attrNameLst>
                                          <p:attrName>style.visibility</p:attrName>
                                        </p:attrNameLst>
                                      </p:cBhvr>
                                      <p:to>
                                        <p:strVal val="visible"/>
                                      </p:to>
                                    </p:set>
                                    <p:anim calcmode="lin" valueType="num">
                                      <p:cBhvr additive="base">
                                        <p:cTn id="13" dur="500" fill="hold"/>
                                        <p:tgtEl>
                                          <p:spTgt spid="2867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867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8674">
                                            <p:txEl>
                                              <p:pRg st="2" end="2"/>
                                            </p:txEl>
                                          </p:spTgt>
                                        </p:tgtEl>
                                        <p:attrNameLst>
                                          <p:attrName>style.visibility</p:attrName>
                                        </p:attrNameLst>
                                      </p:cBhvr>
                                      <p:to>
                                        <p:strVal val="visible"/>
                                      </p:to>
                                    </p:set>
                                    <p:anim calcmode="lin" valueType="num">
                                      <p:cBhvr additive="base">
                                        <p:cTn id="19" dur="500" fill="hold"/>
                                        <p:tgtEl>
                                          <p:spTgt spid="2867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8674">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标题 1"/>
          <p:cNvSpPr>
            <a:spLocks noGrp="1"/>
          </p:cNvSpPr>
          <p:nvPr>
            <p:ph type="title"/>
          </p:nvPr>
        </p:nvSpPr>
        <p:spPr>
          <a:xfrm>
            <a:off x="2411730" y="2067560"/>
            <a:ext cx="4021455" cy="500380"/>
          </a:xfrm>
        </p:spPr>
        <p:txBody>
          <a:bodyPr/>
          <a:lstStyle/>
          <a:p>
            <a:pPr algn="ctr"/>
            <a:r>
              <a:rPr lang="zh-CN" altLang="en-US" dirty="0" smtClean="0">
                <a:solidFill>
                  <a:schemeClr val="tx1"/>
                </a:solidFill>
              </a:rPr>
              <a:t>加逗号的地方</a:t>
            </a:r>
            <a:endParaRPr lang="zh-CN" altLang="en-US" dirty="0" smtClean="0">
              <a:solidFill>
                <a:schemeClr val="tx1"/>
              </a:solidFill>
            </a:endParaRPr>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标题 1"/>
          <p:cNvSpPr>
            <a:spLocks noGrp="1"/>
          </p:cNvSpPr>
          <p:nvPr>
            <p:ph type="title"/>
          </p:nvPr>
        </p:nvSpPr>
        <p:spPr>
          <a:xfrm>
            <a:off x="395605" y="483235"/>
            <a:ext cx="8499475" cy="500063"/>
          </a:xfrm>
        </p:spPr>
        <p:txBody>
          <a:bodyPr/>
          <a:lstStyle/>
          <a:p>
            <a:r>
              <a:rPr lang="zh-CN" altLang="en-US" dirty="0" smtClean="0">
                <a:solidFill>
                  <a:schemeClr val="tx1"/>
                </a:solidFill>
              </a:rPr>
              <a:t>加逗号的地方</a:t>
            </a:r>
            <a:endParaRPr lang="zh-CN" altLang="en-US" dirty="0" smtClean="0">
              <a:solidFill>
                <a:schemeClr val="tx1"/>
              </a:solidFill>
            </a:endParaRPr>
          </a:p>
        </p:txBody>
      </p:sp>
      <p:sp>
        <p:nvSpPr>
          <p:cNvPr id="28674" name="内容占位符 2"/>
          <p:cNvSpPr>
            <a:spLocks noGrp="1"/>
          </p:cNvSpPr>
          <p:nvPr>
            <p:ph idx="1"/>
          </p:nvPr>
        </p:nvSpPr>
        <p:spPr>
          <a:xfrm>
            <a:off x="380365" y="863600"/>
            <a:ext cx="8489315" cy="4279900"/>
          </a:xfrm>
        </p:spPr>
        <p:txBody>
          <a:bodyPr/>
          <a:lstStyle/>
          <a:p>
            <a:pPr>
              <a:lnSpc>
                <a:spcPct val="150000"/>
              </a:lnSpc>
              <a:buFont typeface="Arial" panose="020B0604020202020204" pitchFamily="34" charset="0"/>
              <a:buChar char="•"/>
            </a:pPr>
            <a:r>
              <a:rPr lang="zh-CN" altLang="en-US" dirty="0">
                <a:solidFill>
                  <a:schemeClr val="tx1"/>
                </a:solidFill>
                <a:sym typeface="+mn-ea"/>
              </a:rPr>
              <a:t>①</a:t>
            </a:r>
            <a:r>
              <a:rPr lang="en-US" dirty="0">
                <a:solidFill>
                  <a:schemeClr val="tx1"/>
                </a:solidFill>
                <a:sym typeface="+mn-ea"/>
              </a:rPr>
              <a:t>并列句</a:t>
            </a:r>
            <a:endParaRPr lang="en-US" dirty="0">
              <a:solidFill>
                <a:schemeClr val="tx1"/>
              </a:solidFill>
              <a:sym typeface="+mn-ea"/>
            </a:endParaRPr>
          </a:p>
          <a:p>
            <a:pPr>
              <a:lnSpc>
                <a:spcPct val="150000"/>
              </a:lnSpc>
              <a:buFont typeface="Arial" panose="020B0604020202020204" pitchFamily="34" charset="0"/>
              <a:buChar char="•"/>
            </a:pPr>
            <a:r>
              <a:rPr lang="zh-CN" altLang="en-US" dirty="0">
                <a:solidFill>
                  <a:schemeClr val="tx1"/>
                </a:solidFill>
                <a:sym typeface="+mn-ea"/>
              </a:rPr>
              <a:t>②</a:t>
            </a:r>
            <a:r>
              <a:rPr lang="en-US" dirty="0">
                <a:solidFill>
                  <a:schemeClr val="tx1"/>
                </a:solidFill>
                <a:sym typeface="+mn-ea"/>
              </a:rPr>
              <a:t>状语从句</a:t>
            </a:r>
            <a:endParaRPr lang="en-US" dirty="0">
              <a:solidFill>
                <a:schemeClr val="tx1"/>
              </a:solidFill>
              <a:sym typeface="+mn-ea"/>
            </a:endParaRPr>
          </a:p>
          <a:p>
            <a:pPr>
              <a:lnSpc>
                <a:spcPct val="150000"/>
              </a:lnSpc>
              <a:buFont typeface="Arial" panose="020B0604020202020204" pitchFamily="34" charset="0"/>
              <a:buChar char="•"/>
            </a:pPr>
            <a:r>
              <a:rPr lang="zh-CN" altLang="en-US" dirty="0">
                <a:solidFill>
                  <a:schemeClr val="tx1"/>
                </a:solidFill>
                <a:sym typeface="+mn-ea"/>
              </a:rPr>
              <a:t>③</a:t>
            </a:r>
            <a:r>
              <a:rPr lang="en-US" dirty="0">
                <a:solidFill>
                  <a:schemeClr val="tx1"/>
                </a:solidFill>
                <a:sym typeface="+mn-ea"/>
              </a:rPr>
              <a:t>非限制性定语从</a:t>
            </a:r>
            <a:r>
              <a:rPr lang="zh-CN" altLang="en-US" dirty="0">
                <a:solidFill>
                  <a:schemeClr val="tx1"/>
                </a:solidFill>
                <a:sym typeface="+mn-ea"/>
              </a:rPr>
              <a:t>句（指代一件事，必须加）</a:t>
            </a:r>
            <a:endParaRPr lang="en-US" dirty="0">
              <a:solidFill>
                <a:schemeClr val="tx1"/>
              </a:solidFill>
            </a:endParaRPr>
          </a:p>
          <a:p>
            <a:pPr>
              <a:lnSpc>
                <a:spcPct val="150000"/>
              </a:lnSpc>
              <a:buFont typeface="Arial" panose="020B0604020202020204" pitchFamily="34" charset="0"/>
              <a:buChar char="•"/>
            </a:pPr>
            <a:r>
              <a:rPr lang="zh-CN" altLang="en-US" dirty="0">
                <a:solidFill>
                  <a:schemeClr val="tx1"/>
                </a:solidFill>
                <a:sym typeface="+mn-ea"/>
              </a:rPr>
              <a:t>④</a:t>
            </a:r>
            <a:r>
              <a:rPr lang="en-US" dirty="0">
                <a:solidFill>
                  <a:schemeClr val="tx1"/>
                </a:solidFill>
                <a:sym typeface="+mn-ea"/>
              </a:rPr>
              <a:t>副词/介词/非谓语</a:t>
            </a:r>
            <a:r>
              <a:rPr lang="zh-CN" altLang="en-US" dirty="0">
                <a:solidFill>
                  <a:schemeClr val="tx1"/>
                </a:solidFill>
                <a:sym typeface="+mn-ea"/>
              </a:rPr>
              <a:t>放句首</a:t>
            </a:r>
            <a:endParaRPr lang="zh-CN" altLang="en-US" dirty="0">
              <a:solidFill>
                <a:schemeClr val="tx1"/>
              </a:solidFill>
              <a:sym typeface="+mn-ea"/>
            </a:endParaRPr>
          </a:p>
          <a:p>
            <a:pPr>
              <a:lnSpc>
                <a:spcPct val="150000"/>
              </a:lnSpc>
              <a:buFont typeface="Arial" panose="020B0604020202020204" pitchFamily="34" charset="0"/>
              <a:buChar char="•"/>
            </a:pPr>
            <a:r>
              <a:rPr lang="en-US" dirty="0">
                <a:solidFill>
                  <a:schemeClr val="tx1"/>
                </a:solidFill>
                <a:sym typeface="+mn-ea"/>
              </a:rPr>
              <a:t>Generally/In additi</a:t>
            </a:r>
            <a:r>
              <a:rPr dirty="0" err="1">
                <a:solidFill>
                  <a:schemeClr val="tx1"/>
                </a:solidFill>
                <a:sym typeface="+mn-ea"/>
              </a:rPr>
              <a:t>on/Feeling awkward, I..........</a:t>
            </a:r>
            <a:endParaRPr dirty="0" err="1">
              <a:solidFill>
                <a:schemeClr val="tx1"/>
              </a:solidFill>
              <a:sym typeface="+mn-ea"/>
            </a:endParaRPr>
          </a:p>
          <a:p>
            <a:pPr>
              <a:lnSpc>
                <a:spcPct val="150000"/>
              </a:lnSpc>
              <a:buFont typeface="Arial" panose="020B0604020202020204" pitchFamily="34" charset="0"/>
              <a:buChar char="•"/>
            </a:pPr>
            <a:r>
              <a:rPr lang="en-US" dirty="0" err="1">
                <a:solidFill>
                  <a:schemeClr val="tx1"/>
                </a:solidFill>
                <a:sym typeface="+mn-ea"/>
              </a:rPr>
              <a:t>With+...., many hotels have been built.</a:t>
            </a:r>
            <a:endParaRPr dirty="0" err="1">
              <a:solidFill>
                <a:schemeClr val="tx1"/>
              </a:solidFill>
            </a:endParaRPr>
          </a:p>
          <a:p>
            <a:pPr>
              <a:lnSpc>
                <a:spcPct val="150000"/>
              </a:lnSpc>
              <a:buFont typeface="Arial" panose="020B0604020202020204" pitchFamily="34" charset="0"/>
              <a:buChar char="•"/>
            </a:pPr>
            <a:r>
              <a:rPr lang="zh-CN" dirty="0" err="1">
                <a:solidFill>
                  <a:schemeClr val="tx1"/>
                </a:solidFill>
                <a:sym typeface="+mn-ea"/>
              </a:rPr>
              <a:t>⑤</a:t>
            </a:r>
            <a:r>
              <a:rPr dirty="0" err="1">
                <a:solidFill>
                  <a:schemeClr val="tx1"/>
                </a:solidFill>
                <a:sym typeface="+mn-ea"/>
              </a:rPr>
              <a:t>插入语/同位语</a:t>
            </a:r>
            <a:endParaRPr dirty="0" err="1">
              <a:solidFill>
                <a:schemeClr val="tx1"/>
              </a:solidFill>
              <a:sym typeface="+mn-ea"/>
            </a:endParaRPr>
          </a:p>
          <a:p>
            <a:pPr>
              <a:lnSpc>
                <a:spcPct val="150000"/>
              </a:lnSpc>
              <a:buFont typeface="Arial" panose="020B0604020202020204" pitchFamily="34" charset="0"/>
              <a:buChar char="•"/>
            </a:pPr>
            <a:r>
              <a:rPr lang="en-US" dirty="0" err="1">
                <a:solidFill>
                  <a:schemeClr val="tx1"/>
                </a:solidFill>
                <a:sym typeface="+mn-ea"/>
              </a:rPr>
              <a:t>Jay Chou</a:t>
            </a:r>
            <a:r>
              <a:rPr dirty="0" err="1">
                <a:solidFill>
                  <a:schemeClr val="tx1"/>
                </a:solidFill>
                <a:sym typeface="+mn-ea"/>
              </a:rPr>
              <a:t>, I believe, is </a:t>
            </a:r>
            <a:r>
              <a:rPr lang="en-US" dirty="0" err="1">
                <a:solidFill>
                  <a:schemeClr val="tx1"/>
                </a:solidFill>
                <a:sym typeface="+mn-ea"/>
              </a:rPr>
              <a:t>the most talented</a:t>
            </a:r>
            <a:r>
              <a:rPr dirty="0" err="1">
                <a:solidFill>
                  <a:schemeClr val="tx1"/>
                </a:solidFill>
                <a:sym typeface="+mn-ea"/>
              </a:rPr>
              <a:t> </a:t>
            </a:r>
            <a:r>
              <a:rPr lang="en-US" dirty="0" err="1">
                <a:solidFill>
                  <a:schemeClr val="tx1"/>
                </a:solidFill>
                <a:sym typeface="+mn-ea"/>
              </a:rPr>
              <a:t>singer </a:t>
            </a:r>
            <a:r>
              <a:rPr dirty="0" err="1">
                <a:solidFill>
                  <a:schemeClr val="tx1"/>
                </a:solidFill>
                <a:sym typeface="+mn-ea"/>
              </a:rPr>
              <a:t>in </a:t>
            </a:r>
            <a:r>
              <a:rPr lang="en-US" dirty="0" err="1">
                <a:solidFill>
                  <a:schemeClr val="tx1"/>
                </a:solidFill>
                <a:sym typeface="+mn-ea"/>
              </a:rPr>
              <a:t>China.</a:t>
            </a:r>
            <a:endParaRPr dirty="0" err="1">
              <a:solidFill>
                <a:schemeClr val="tx1"/>
              </a:solidFill>
            </a:endParaRPr>
          </a:p>
          <a:p>
            <a:pPr>
              <a:lnSpc>
                <a:spcPct val="150000"/>
              </a:lnSpc>
              <a:buFont typeface="Arial" panose="020B0604020202020204" pitchFamily="34" charset="0"/>
              <a:buChar char="•"/>
            </a:pPr>
            <a:r>
              <a:rPr lang="en-US" dirty="0" err="1">
                <a:solidFill>
                  <a:schemeClr val="tx1"/>
                </a:solidFill>
                <a:sym typeface="+mn-ea"/>
              </a:rPr>
              <a:t>Jay Chou</a:t>
            </a:r>
            <a:r>
              <a:rPr dirty="0" err="1">
                <a:solidFill>
                  <a:schemeClr val="tx1"/>
                </a:solidFill>
                <a:sym typeface="+mn-ea"/>
              </a:rPr>
              <a:t>, </a:t>
            </a:r>
            <a:r>
              <a:rPr lang="en-US" dirty="0" err="1">
                <a:solidFill>
                  <a:schemeClr val="tx1"/>
                </a:solidFill>
                <a:sym typeface="+mn-ea"/>
              </a:rPr>
              <a:t>a famous singer in China</a:t>
            </a:r>
            <a:r>
              <a:rPr dirty="0" err="1">
                <a:solidFill>
                  <a:schemeClr val="tx1"/>
                </a:solidFill>
                <a:sym typeface="+mn-ea"/>
              </a:rPr>
              <a:t>, has become role models of many young people.                               </a:t>
            </a:r>
            <a:endParaRPr dirty="0" err="1">
              <a:solidFill>
                <a:schemeClr val="tx1"/>
              </a:solidFill>
            </a:endParaRPr>
          </a:p>
          <a:p>
            <a:pPr>
              <a:lnSpc>
                <a:spcPct val="150000"/>
              </a:lnSpc>
              <a:buFont typeface="Arial" panose="020B0604020202020204" pitchFamily="34" charset="0"/>
              <a:buChar char="•"/>
            </a:pPr>
            <a:endParaRPr dirty="0" err="1">
              <a:solidFill>
                <a:schemeClr val="tx1"/>
              </a:solidFill>
              <a:sym typeface="Comic Sans MS" panose="030F0702030302020204" pitchFamily="66"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8674">
                                            <p:txEl>
                                              <p:pRg st="0" end="0"/>
                                            </p:txEl>
                                          </p:spTgt>
                                        </p:tgtEl>
                                        <p:attrNameLst>
                                          <p:attrName>style.visibility</p:attrName>
                                        </p:attrNameLst>
                                      </p:cBhvr>
                                      <p:to>
                                        <p:strVal val="visible"/>
                                      </p:to>
                                    </p:set>
                                    <p:anim calcmode="lin" valueType="num">
                                      <p:cBhvr additive="base">
                                        <p:cTn id="7" dur="500" fill="hold"/>
                                        <p:tgtEl>
                                          <p:spTgt spid="2867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867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8674">
                                            <p:txEl>
                                              <p:pRg st="1" end="1"/>
                                            </p:txEl>
                                          </p:spTgt>
                                        </p:tgtEl>
                                        <p:attrNameLst>
                                          <p:attrName>style.visibility</p:attrName>
                                        </p:attrNameLst>
                                      </p:cBhvr>
                                      <p:to>
                                        <p:strVal val="visible"/>
                                      </p:to>
                                    </p:set>
                                    <p:anim calcmode="lin" valueType="num">
                                      <p:cBhvr additive="base">
                                        <p:cTn id="13" dur="500" fill="hold"/>
                                        <p:tgtEl>
                                          <p:spTgt spid="2867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867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8674">
                                            <p:txEl>
                                              <p:pRg st="2" end="2"/>
                                            </p:txEl>
                                          </p:spTgt>
                                        </p:tgtEl>
                                        <p:attrNameLst>
                                          <p:attrName>style.visibility</p:attrName>
                                        </p:attrNameLst>
                                      </p:cBhvr>
                                      <p:to>
                                        <p:strVal val="visible"/>
                                      </p:to>
                                    </p:set>
                                    <p:anim calcmode="lin" valueType="num">
                                      <p:cBhvr additive="base">
                                        <p:cTn id="19" dur="500" fill="hold"/>
                                        <p:tgtEl>
                                          <p:spTgt spid="2867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867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8674">
                                            <p:txEl>
                                              <p:pRg st="3" end="3"/>
                                            </p:txEl>
                                          </p:spTgt>
                                        </p:tgtEl>
                                        <p:attrNameLst>
                                          <p:attrName>style.visibility</p:attrName>
                                        </p:attrNameLst>
                                      </p:cBhvr>
                                      <p:to>
                                        <p:strVal val="visible"/>
                                      </p:to>
                                    </p:set>
                                    <p:anim calcmode="lin" valueType="num">
                                      <p:cBhvr additive="base">
                                        <p:cTn id="25" dur="500" fill="hold"/>
                                        <p:tgtEl>
                                          <p:spTgt spid="28674">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867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8674">
                                            <p:txEl>
                                              <p:pRg st="4" end="4"/>
                                            </p:txEl>
                                          </p:spTgt>
                                        </p:tgtEl>
                                        <p:attrNameLst>
                                          <p:attrName>style.visibility</p:attrName>
                                        </p:attrNameLst>
                                      </p:cBhvr>
                                      <p:to>
                                        <p:strVal val="visible"/>
                                      </p:to>
                                    </p:set>
                                    <p:anim calcmode="lin" valueType="num">
                                      <p:cBhvr additive="base">
                                        <p:cTn id="31" dur="500" fill="hold"/>
                                        <p:tgtEl>
                                          <p:spTgt spid="28674">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867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28674">
                                            <p:txEl>
                                              <p:pRg st="5" end="5"/>
                                            </p:txEl>
                                          </p:spTgt>
                                        </p:tgtEl>
                                        <p:attrNameLst>
                                          <p:attrName>style.visibility</p:attrName>
                                        </p:attrNameLst>
                                      </p:cBhvr>
                                      <p:to>
                                        <p:strVal val="visible"/>
                                      </p:to>
                                    </p:set>
                                    <p:anim calcmode="lin" valueType="num">
                                      <p:cBhvr additive="base">
                                        <p:cTn id="37" dur="500" fill="hold"/>
                                        <p:tgtEl>
                                          <p:spTgt spid="28674">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867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28674">
                                            <p:txEl>
                                              <p:pRg st="6" end="6"/>
                                            </p:txEl>
                                          </p:spTgt>
                                        </p:tgtEl>
                                        <p:attrNameLst>
                                          <p:attrName>style.visibility</p:attrName>
                                        </p:attrNameLst>
                                      </p:cBhvr>
                                      <p:to>
                                        <p:strVal val="visible"/>
                                      </p:to>
                                    </p:set>
                                    <p:anim calcmode="lin" valueType="num">
                                      <p:cBhvr additive="base">
                                        <p:cTn id="43" dur="500" fill="hold"/>
                                        <p:tgtEl>
                                          <p:spTgt spid="28674">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8674">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28674">
                                            <p:txEl>
                                              <p:pRg st="7" end="7"/>
                                            </p:txEl>
                                          </p:spTgt>
                                        </p:tgtEl>
                                        <p:attrNameLst>
                                          <p:attrName>style.visibility</p:attrName>
                                        </p:attrNameLst>
                                      </p:cBhvr>
                                      <p:to>
                                        <p:strVal val="visible"/>
                                      </p:to>
                                    </p:set>
                                    <p:anim calcmode="lin" valueType="num">
                                      <p:cBhvr additive="base">
                                        <p:cTn id="49" dur="500" fill="hold"/>
                                        <p:tgtEl>
                                          <p:spTgt spid="28674">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28674">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28674">
                                            <p:txEl>
                                              <p:pRg st="8" end="8"/>
                                            </p:txEl>
                                          </p:spTgt>
                                        </p:tgtEl>
                                        <p:attrNameLst>
                                          <p:attrName>style.visibility</p:attrName>
                                        </p:attrNameLst>
                                      </p:cBhvr>
                                      <p:to>
                                        <p:strVal val="visible"/>
                                      </p:to>
                                    </p:set>
                                    <p:anim calcmode="lin" valueType="num">
                                      <p:cBhvr additive="base">
                                        <p:cTn id="55" dur="500" fill="hold"/>
                                        <p:tgtEl>
                                          <p:spTgt spid="28674">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28674">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3550" y="601980"/>
            <a:ext cx="5400675" cy="508635"/>
          </a:xfrm>
        </p:spPr>
        <p:txBody>
          <a:bodyPr/>
          <a:lstStyle/>
          <a:p>
            <a:r>
              <a:rPr lang="zh-CN" altLang="en-US">
                <a:solidFill>
                  <a:schemeClr val="tx1"/>
                </a:solidFill>
              </a:rPr>
              <a:t>判断对错</a:t>
            </a:r>
            <a:endParaRPr lang="zh-CN" altLang="en-US">
              <a:solidFill>
                <a:schemeClr val="tx1"/>
              </a:solidFill>
            </a:endParaRPr>
          </a:p>
        </p:txBody>
      </p:sp>
      <p:sp>
        <p:nvSpPr>
          <p:cNvPr id="3" name="内容占位符 2"/>
          <p:cNvSpPr>
            <a:spLocks noGrp="1"/>
          </p:cNvSpPr>
          <p:nvPr>
            <p:ph idx="1"/>
          </p:nvPr>
        </p:nvSpPr>
        <p:spPr>
          <a:xfrm>
            <a:off x="315595" y="1235710"/>
            <a:ext cx="8311515" cy="3702685"/>
          </a:xfrm>
        </p:spPr>
        <p:txBody>
          <a:bodyPr/>
          <a:lstStyle/>
          <a:p>
            <a:pPr>
              <a:lnSpc>
                <a:spcPct val="100000"/>
              </a:lnSpc>
            </a:pPr>
            <a:r>
              <a:rPr lang="en-US" altLang="zh-CN" sz="1600">
                <a:solidFill>
                  <a:schemeClr val="tx1"/>
                </a:solidFill>
              </a:rPr>
              <a:t>Because I like you.</a:t>
            </a:r>
            <a:endParaRPr lang="en-US" altLang="zh-CN" sz="1600">
              <a:solidFill>
                <a:schemeClr val="tx1"/>
              </a:solidFill>
            </a:endParaRPr>
          </a:p>
          <a:p>
            <a:pPr>
              <a:lnSpc>
                <a:spcPct val="100000"/>
              </a:lnSpc>
            </a:pPr>
            <a:r>
              <a:rPr lang="en-US" altLang="zh-CN" sz="1600">
                <a:solidFill>
                  <a:schemeClr val="tx1"/>
                </a:solidFill>
              </a:rPr>
              <a:t>I give an apple because I like you. </a:t>
            </a:r>
            <a:endParaRPr lang="zh-CN" altLang="en-US" sz="1600">
              <a:solidFill>
                <a:schemeClr val="tx1"/>
              </a:solidFill>
            </a:endParaRPr>
          </a:p>
          <a:p>
            <a:pPr>
              <a:lnSpc>
                <a:spcPct val="100000"/>
              </a:lnSpc>
            </a:pPr>
            <a:r>
              <a:rPr lang="zh-CN" altLang="en-US" sz="1600">
                <a:solidFill>
                  <a:schemeClr val="tx1"/>
                </a:solidFill>
              </a:rPr>
              <a:t>If the weather allows</a:t>
            </a:r>
            <a:r>
              <a:rPr lang="en-US" altLang="zh-CN" sz="1600">
                <a:solidFill>
                  <a:schemeClr val="tx1"/>
                </a:solidFill>
              </a:rPr>
              <a:t>.</a:t>
            </a:r>
            <a:endParaRPr lang="en-US" altLang="zh-CN" sz="1600">
              <a:solidFill>
                <a:schemeClr val="tx1"/>
              </a:solidFill>
            </a:endParaRPr>
          </a:p>
          <a:p>
            <a:pPr>
              <a:lnSpc>
                <a:spcPct val="100000"/>
              </a:lnSpc>
            </a:pPr>
            <a:r>
              <a:rPr sz="1600">
                <a:solidFill>
                  <a:schemeClr val="tx1"/>
                </a:solidFill>
                <a:sym typeface="+mn-ea"/>
              </a:rPr>
              <a:t>If the weather allows</a:t>
            </a:r>
            <a:r>
              <a:rPr lang="en-US" altLang="zh-CN" sz="1600">
                <a:solidFill>
                  <a:schemeClr val="tx1"/>
                </a:solidFill>
                <a:sym typeface="+mn-ea"/>
              </a:rPr>
              <a:t>, </a:t>
            </a:r>
            <a:r>
              <a:rPr lang="zh-CN" altLang="en-US" sz="1600">
                <a:solidFill>
                  <a:schemeClr val="tx1"/>
                </a:solidFill>
              </a:rPr>
              <a:t>we will go to the park. </a:t>
            </a:r>
            <a:endParaRPr lang="zh-CN" altLang="en-US" sz="1600">
              <a:solidFill>
                <a:schemeClr val="tx1"/>
              </a:solidFill>
            </a:endParaRPr>
          </a:p>
          <a:p>
            <a:pPr>
              <a:lnSpc>
                <a:spcPct val="100000"/>
              </a:lnSpc>
            </a:pPr>
            <a:r>
              <a:rPr lang="en-US" altLang="zh-CN" sz="1600">
                <a:solidFill>
                  <a:schemeClr val="tx1"/>
                </a:solidFill>
                <a:sym typeface="+mn-ea"/>
              </a:rPr>
              <a:t>Although I worked hard, but I still failed in the exam.</a:t>
            </a:r>
            <a:endParaRPr lang="en-US" altLang="zh-CN" sz="1600">
              <a:solidFill>
                <a:schemeClr val="tx1"/>
              </a:solidFill>
            </a:endParaRPr>
          </a:p>
          <a:p>
            <a:pPr>
              <a:lnSpc>
                <a:spcPct val="100000"/>
              </a:lnSpc>
            </a:pPr>
            <a:r>
              <a:rPr lang="en-US" altLang="zh-CN" sz="1600">
                <a:solidFill>
                  <a:schemeClr val="tx1"/>
                </a:solidFill>
              </a:rPr>
              <a:t>Although I worked hard, I still failed in the exam.</a:t>
            </a:r>
            <a:endParaRPr lang="en-US" altLang="zh-CN" sz="1600">
              <a:solidFill>
                <a:schemeClr val="tx1"/>
              </a:solidFill>
            </a:endParaRPr>
          </a:p>
          <a:p>
            <a:pPr>
              <a:lnSpc>
                <a:spcPct val="100000"/>
              </a:lnSpc>
            </a:pPr>
            <a:r>
              <a:rPr lang="en-US" altLang="zh-CN" sz="1600">
                <a:solidFill>
                  <a:schemeClr val="tx1"/>
                </a:solidFill>
                <a:sym typeface="+mn-ea"/>
              </a:rPr>
              <a:t>I love him, I will marry him.</a:t>
            </a:r>
            <a:endParaRPr lang="en-US" altLang="zh-CN" sz="1600">
              <a:solidFill>
                <a:schemeClr val="tx1"/>
              </a:solidFill>
            </a:endParaRPr>
          </a:p>
          <a:p>
            <a:pPr>
              <a:lnSpc>
                <a:spcPct val="100000"/>
              </a:lnSpc>
            </a:pPr>
            <a:r>
              <a:rPr lang="en-US" altLang="zh-CN" sz="1600">
                <a:solidFill>
                  <a:schemeClr val="tx1"/>
                </a:solidFill>
              </a:rPr>
              <a:t>I love him, and I will marry him.</a:t>
            </a:r>
            <a:endParaRPr lang="en-US" altLang="zh-CN" sz="1600">
              <a:solidFill>
                <a:schemeClr val="tx1"/>
              </a:solidFill>
            </a:endParaRPr>
          </a:p>
          <a:p>
            <a:pPr>
              <a:lnSpc>
                <a:spcPct val="100000"/>
              </a:lnSpc>
            </a:pPr>
            <a:r>
              <a:rPr lang="en-US" altLang="zh-CN" sz="1600">
                <a:solidFill>
                  <a:schemeClr val="tx1"/>
                </a:solidFill>
                <a:sym typeface="+mn-ea"/>
              </a:rPr>
              <a:t>She tried to tolerate him, but she failed.</a:t>
            </a:r>
            <a:endParaRPr lang="zh-CN" altLang="en-US" sz="1600">
              <a:solidFill>
                <a:schemeClr val="tx1"/>
              </a:solidFill>
            </a:endParaRPr>
          </a:p>
          <a:p>
            <a:pPr>
              <a:lnSpc>
                <a:spcPct val="100000"/>
              </a:lnSpc>
            </a:pPr>
            <a:r>
              <a:rPr sz="1600">
                <a:solidFill>
                  <a:schemeClr val="tx1"/>
                </a:solidFill>
                <a:sym typeface="+mn-ea"/>
              </a:rPr>
              <a:t>While she likes red.</a:t>
            </a:r>
            <a:endParaRPr lang="zh-CN" altLang="en-US" sz="1600">
              <a:solidFill>
                <a:schemeClr val="tx1"/>
              </a:solidFill>
            </a:endParaRPr>
          </a:p>
          <a:p>
            <a:pPr>
              <a:lnSpc>
                <a:spcPct val="100000"/>
              </a:lnSpc>
            </a:pPr>
            <a:r>
              <a:rPr sz="1600">
                <a:solidFill>
                  <a:schemeClr val="tx1"/>
                </a:solidFill>
                <a:sym typeface="+mn-ea"/>
              </a:rPr>
              <a:t>I like blue,while she likes red. </a:t>
            </a:r>
            <a:endParaRPr lang="zh-CN" altLang="en-US" sz="1600">
              <a:solidFill>
                <a:schemeClr val="tx1"/>
              </a:solidFill>
            </a:endParaRPr>
          </a:p>
          <a:p>
            <a:pPr>
              <a:lnSpc>
                <a:spcPct val="100000"/>
              </a:lnSpc>
            </a:pPr>
            <a:r>
              <a:rPr sz="1600">
                <a:solidFill>
                  <a:schemeClr val="tx1"/>
                </a:solidFill>
                <a:sym typeface="+mn-ea"/>
              </a:rPr>
              <a:t>However/Therefore/Moreover</a:t>
            </a:r>
            <a:r>
              <a:rPr lang="en-US" altLang="zh-CN" sz="1600">
                <a:solidFill>
                  <a:schemeClr val="tx1"/>
                </a:solidFill>
                <a:sym typeface="+mn-ea"/>
              </a:rPr>
              <a:t>, </a:t>
            </a:r>
            <a:r>
              <a:rPr sz="1600">
                <a:solidFill>
                  <a:schemeClr val="tx1"/>
                </a:solidFill>
                <a:sym typeface="+mn-ea"/>
              </a:rPr>
              <a:t>she likes </a:t>
            </a:r>
            <a:r>
              <a:rPr lang="en-US" altLang="zh-CN" sz="1600">
                <a:solidFill>
                  <a:schemeClr val="tx1"/>
                </a:solidFill>
                <a:sym typeface="+mn-ea"/>
              </a:rPr>
              <a:t>him</a:t>
            </a:r>
            <a:r>
              <a:rPr sz="1600">
                <a:solidFill>
                  <a:schemeClr val="tx1"/>
                </a:solidFill>
                <a:sym typeface="+mn-ea"/>
              </a:rPr>
              <a:t>.</a:t>
            </a:r>
            <a:endParaRPr lang="zh-CN" altLang="en-US" sz="1600">
              <a:solidFill>
                <a:schemeClr val="tx1"/>
              </a:solidFill>
            </a:endParaRPr>
          </a:p>
          <a:p>
            <a:pPr>
              <a:lnSpc>
                <a:spcPct val="100000"/>
              </a:lnSpc>
            </a:pPr>
            <a:endParaRPr lang="zh-CN" altLang="en-US" sz="1600">
              <a:solidFill>
                <a:schemeClr val="tx1"/>
              </a:solidFill>
            </a:endParaRPr>
          </a:p>
          <a:p>
            <a:pPr>
              <a:lnSpc>
                <a:spcPct val="100000"/>
              </a:lnSpc>
            </a:pPr>
            <a:endParaRPr lang="zh-CN" altLang="en-US" sz="160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000" fill="hold">
                                          <p:stCondLst>
                                            <p:cond delay="0"/>
                                          </p:stCondLst>
                                        </p:cTn>
                                        <p:tgtEl>
                                          <p:spTgt spid="3">
                                            <p:txEl>
                                              <p:pRg st="1" end="1"/>
                                            </p:txEl>
                                          </p:spTgt>
                                        </p:tgtEl>
                                        <p:attrNameLst>
                                          <p:attrName>style.visibility</p:attrName>
                                        </p:attrNameLst>
                                      </p:cBhvr>
                                      <p:to>
                                        <p:strVal val="visible"/>
                                      </p:to>
                                    </p:set>
                                    <p:anim calcmode="lin" valueType="num">
                                      <p:cBhvr additive="base">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10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000" fill="hold">
                                          <p:stCondLst>
                                            <p:cond delay="0"/>
                                          </p:stCondLst>
                                        </p:cTn>
                                        <p:tgtEl>
                                          <p:spTgt spid="3">
                                            <p:txEl>
                                              <p:pRg st="2" end="2"/>
                                            </p:txEl>
                                          </p:spTgt>
                                        </p:tgtEl>
                                        <p:attrNameLst>
                                          <p:attrName>style.visibility</p:attrName>
                                        </p:attrNameLst>
                                      </p:cBhvr>
                                      <p:to>
                                        <p:strVal val="visible"/>
                                      </p:to>
                                    </p:set>
                                    <p:anim calcmode="lin" valueType="num">
                                      <p:cBhvr additive="base">
                                        <p:cTn id="19"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10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000" fill="hold">
                                          <p:stCondLst>
                                            <p:cond delay="0"/>
                                          </p:stCondLst>
                                        </p:cTn>
                                        <p:tgtEl>
                                          <p:spTgt spid="3">
                                            <p:txEl>
                                              <p:pRg st="3" end="3"/>
                                            </p:txEl>
                                          </p:spTgt>
                                        </p:tgtEl>
                                        <p:attrNameLst>
                                          <p:attrName>style.visibility</p:attrName>
                                        </p:attrNameLst>
                                      </p:cBhvr>
                                      <p:to>
                                        <p:strVal val="visible"/>
                                      </p:to>
                                    </p:set>
                                    <p:anim calcmode="lin" valueType="num">
                                      <p:cBhvr additive="base">
                                        <p:cTn id="2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10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000" fill="hold">
                                          <p:stCondLst>
                                            <p:cond delay="0"/>
                                          </p:stCondLst>
                                        </p:cTn>
                                        <p:tgtEl>
                                          <p:spTgt spid="3">
                                            <p:txEl>
                                              <p:pRg st="4" end="4"/>
                                            </p:txEl>
                                          </p:spTgt>
                                        </p:tgtEl>
                                        <p:attrNameLst>
                                          <p:attrName>style.visibility</p:attrName>
                                        </p:attrNameLst>
                                      </p:cBhvr>
                                      <p:to>
                                        <p:strVal val="visible"/>
                                      </p:to>
                                    </p:set>
                                    <p:anim calcmode="lin" valueType="num">
                                      <p:cBhvr additive="base">
                                        <p:cTn id="31"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10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000" fill="hold">
                                          <p:stCondLst>
                                            <p:cond delay="0"/>
                                          </p:stCondLst>
                                        </p:cTn>
                                        <p:tgtEl>
                                          <p:spTgt spid="3">
                                            <p:txEl>
                                              <p:pRg st="5" end="5"/>
                                            </p:txEl>
                                          </p:spTgt>
                                        </p:tgtEl>
                                        <p:attrNameLst>
                                          <p:attrName>style.visibility</p:attrName>
                                        </p:attrNameLst>
                                      </p:cBhvr>
                                      <p:to>
                                        <p:strVal val="visible"/>
                                      </p:to>
                                    </p:set>
                                    <p:anim calcmode="lin" valueType="num">
                                      <p:cBhvr additive="base">
                                        <p:cTn id="37"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10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000" fill="hold">
                                          <p:stCondLst>
                                            <p:cond delay="0"/>
                                          </p:stCondLst>
                                        </p:cTn>
                                        <p:tgtEl>
                                          <p:spTgt spid="3">
                                            <p:txEl>
                                              <p:pRg st="6" end="6"/>
                                            </p:txEl>
                                          </p:spTgt>
                                        </p:tgtEl>
                                        <p:attrNameLst>
                                          <p:attrName>style.visibility</p:attrName>
                                        </p:attrNameLst>
                                      </p:cBhvr>
                                      <p:to>
                                        <p:strVal val="visible"/>
                                      </p:to>
                                    </p:set>
                                    <p:anim calcmode="lin" valueType="num">
                                      <p:cBhvr additive="base">
                                        <p:cTn id="43"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10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000" fill="hold">
                                          <p:stCondLst>
                                            <p:cond delay="0"/>
                                          </p:stCondLst>
                                        </p:cTn>
                                        <p:tgtEl>
                                          <p:spTgt spid="3">
                                            <p:txEl>
                                              <p:pRg st="7" end="7"/>
                                            </p:txEl>
                                          </p:spTgt>
                                        </p:tgtEl>
                                        <p:attrNameLst>
                                          <p:attrName>style.visibility</p:attrName>
                                        </p:attrNameLst>
                                      </p:cBhvr>
                                      <p:to>
                                        <p:strVal val="visible"/>
                                      </p:to>
                                    </p:set>
                                    <p:anim calcmode="lin" valueType="num">
                                      <p:cBhvr additive="base">
                                        <p:cTn id="49"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10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000" fill="hold">
                                          <p:stCondLst>
                                            <p:cond delay="0"/>
                                          </p:stCondLst>
                                        </p:cTn>
                                        <p:tgtEl>
                                          <p:spTgt spid="3">
                                            <p:txEl>
                                              <p:pRg st="8" end="8"/>
                                            </p:txEl>
                                          </p:spTgt>
                                        </p:tgtEl>
                                        <p:attrNameLst>
                                          <p:attrName>style.visibility</p:attrName>
                                        </p:attrNameLst>
                                      </p:cBhvr>
                                      <p:to>
                                        <p:strVal val="visible"/>
                                      </p:to>
                                    </p:set>
                                    <p:anim calcmode="lin" valueType="num">
                                      <p:cBhvr additive="base">
                                        <p:cTn id="55"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10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000" fill="hold">
                                          <p:stCondLst>
                                            <p:cond delay="0"/>
                                          </p:stCondLst>
                                        </p:cTn>
                                        <p:tgtEl>
                                          <p:spTgt spid="3">
                                            <p:txEl>
                                              <p:pRg st="9" end="9"/>
                                            </p:txEl>
                                          </p:spTgt>
                                        </p:tgtEl>
                                        <p:attrNameLst>
                                          <p:attrName>style.visibility</p:attrName>
                                        </p:attrNameLst>
                                      </p:cBhvr>
                                      <p:to>
                                        <p:strVal val="visible"/>
                                      </p:to>
                                    </p:set>
                                    <p:anim calcmode="lin" valueType="num">
                                      <p:cBhvr additive="base">
                                        <p:cTn id="61"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2" dur="10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000" fill="hold">
                                          <p:stCondLst>
                                            <p:cond delay="0"/>
                                          </p:stCondLst>
                                        </p:cTn>
                                        <p:tgtEl>
                                          <p:spTgt spid="3">
                                            <p:txEl>
                                              <p:pRg st="10" end="10"/>
                                            </p:txEl>
                                          </p:spTgt>
                                        </p:tgtEl>
                                        <p:attrNameLst>
                                          <p:attrName>style.visibility</p:attrName>
                                        </p:attrNameLst>
                                      </p:cBhvr>
                                      <p:to>
                                        <p:strVal val="visible"/>
                                      </p:to>
                                    </p:set>
                                    <p:anim calcmode="lin" valueType="num">
                                      <p:cBhvr additive="base">
                                        <p:cTn id="67"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68" dur="10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000" fill="hold">
                                          <p:stCondLst>
                                            <p:cond delay="0"/>
                                          </p:stCondLst>
                                        </p:cTn>
                                        <p:tgtEl>
                                          <p:spTgt spid="3">
                                            <p:txEl>
                                              <p:pRg st="11" end="11"/>
                                            </p:txEl>
                                          </p:spTgt>
                                        </p:tgtEl>
                                        <p:attrNameLst>
                                          <p:attrName>style.visibility</p:attrName>
                                        </p:attrNameLst>
                                      </p:cBhvr>
                                      <p:to>
                                        <p:strVal val="visible"/>
                                      </p:to>
                                    </p:set>
                                    <p:anim calcmode="lin" valueType="num">
                                      <p:cBhvr additive="base">
                                        <p:cTn id="73"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74" dur="10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xml><?xml version="1.0" encoding="utf-8"?>
<p:tagLst xmlns:p="http://schemas.openxmlformats.org/presentationml/2006/main">
  <p:tag name="KSO_WM_TAG_VERSION" val="1.0"/>
  <p:tag name="KSO_WM_BEAUTIFY_FLAG" val="#wm#"/>
  <p:tag name="KSO_WM_UNIT_TYPE" val="i"/>
  <p:tag name="KSO_WM_UNIT_ID" val="diagram160500_4*i*1"/>
  <p:tag name="KSO_WM_TEMPLATE_CATEGORY" val="diagram"/>
  <p:tag name="KSO_WM_TEMPLATE_INDEX" val="160500"/>
  <p:tag name="KSO_WM_UNIT_INDEX" val="1"/>
</p:tagLst>
</file>

<file path=ppt/tags/tag5.xml><?xml version="1.0" encoding="utf-8"?>
<p:tagLst xmlns:p="http://schemas.openxmlformats.org/presentationml/2006/main">
  <p:tag name="KSO_WM_TAG_VERSION" val="1.0"/>
  <p:tag name="KSO_WM_BEAUTIFY_FLAG" val="#wm#"/>
  <p:tag name="KSO_WM_TEMPLATE_CATEGORY" val="diagram"/>
  <p:tag name="KSO_WM_TEMPLATE_INDEX" val="160500"/>
  <p:tag name="KSO_WM_UNIT_TYPE" val="l_h_a"/>
  <p:tag name="KSO_WM_UNIT_INDEX" val="1_1_1"/>
  <p:tag name="KSO_WM_UNIT_ID" val="diagram160500_4*l_h_a*1_1_1"/>
  <p:tag name="KSO_WM_UNIT_CLEAR" val="1"/>
  <p:tag name="KSO_WM_UNIT_LAYERLEVEL" val="1_1_1"/>
  <p:tag name="KSO_WM_UNIT_VALUE" val="56"/>
  <p:tag name="KSO_WM_UNIT_HIGHLIGHT" val="0"/>
  <p:tag name="KSO_WM_UNIT_COMPATIBLE" val="0"/>
  <p:tag name="KSO_WM_DIAGRAM_GROUP_CODE" val="l1-1"/>
  <p:tag name="KSO_WM_UNIT_PRESET_TEXT" val="Lorem"/>
  <p:tag name="KSO_WM_UNIT_FILL_FORE_SCHEMECOLOR_INDEX" val="5"/>
  <p:tag name="KSO_WM_UNIT_FILL_TYPE" val="1"/>
  <p:tag name="KSO_WM_UNIT_TEXT_FILL_FORE_SCHEMECOLOR_INDEX" val="14"/>
  <p:tag name="KSO_WM_UNIT_TEXT_FILL_TYPE" val="1"/>
</p:tagLst>
</file>

<file path=ppt/tags/tag6.xml><?xml version="1.0" encoding="utf-8"?>
<p:tagLst xmlns:p="http://schemas.openxmlformats.org/presentationml/2006/main">
  <p:tag name="KSO_WM_TAG_VERSION" val="1.0"/>
  <p:tag name="KSO_WM_BEAUTIFY_FLAG" val="#wm#"/>
  <p:tag name="KSO_WM_TEMPLATE_CATEGORY" val="diagram"/>
  <p:tag name="KSO_WM_TEMPLATE_INDEX" val="160500"/>
  <p:tag name="KSO_WM_UNIT_TYPE" val="l_i"/>
  <p:tag name="KSO_WM_UNIT_INDEX" val="1_1"/>
  <p:tag name="KSO_WM_UNIT_ID" val="diagram160500_4*l_i*1_1"/>
  <p:tag name="KSO_WM_UNIT_CLEAR" val="1"/>
  <p:tag name="KSO_WM_UNIT_LAYERLEVEL" val="1_1"/>
  <p:tag name="KSO_WM_DIAGRAM_GROUP_CODE" val="l1-1"/>
  <p:tag name="KSO_WM_UNIT_FILL_FORE_SCHEMECOLOR_INDEX" val="14"/>
  <p:tag name="KSO_WM_UNIT_FILL_TYPE" val="1"/>
  <p:tag name="KSO_WM_UNIT_SHADOW_SCHEMECOLOR_INDEX" val="5"/>
  <p:tag name="KSO_WM_UNIT_TEXT_FILL_FORE_SCHEMECOLOR_INDEX" val="13"/>
  <p:tag name="KSO_WM_UNIT_TEXT_FILL_TYPE" val="1"/>
</p:tagLst>
</file>

<file path=ppt/tags/tag7.xml><?xml version="1.0" encoding="utf-8"?>
<p:tagLst xmlns:p="http://schemas.openxmlformats.org/presentationml/2006/main">
  <p:tag name="KSO_WM_TAG_VERSION" val="1.0"/>
  <p:tag name="KSO_WM_BEAUTIFY_FLAG" val="#wm#"/>
  <p:tag name="KSO_WM_TEMPLATE_CATEGORY" val="diagram"/>
  <p:tag name="KSO_WM_TEMPLATE_INDEX" val="160500"/>
  <p:tag name="KSO_WM_UNIT_TYPE" val="l_h_f"/>
  <p:tag name="KSO_WM_UNIT_INDEX" val="1_1_1"/>
  <p:tag name="KSO_WM_UNIT_ID" val="diagram160500_4*l_h_f*1_1_1"/>
  <p:tag name="KSO_WM_UNIT_CLEAR" val="1"/>
  <p:tag name="KSO_WM_UNIT_LAYERLEVEL" val="1_1_1"/>
  <p:tag name="KSO_WM_UNIT_VALUE" val="36"/>
  <p:tag name="KSO_WM_UNIT_HIGHLIGHT" val="0"/>
  <p:tag name="KSO_WM_UNIT_COMPATIBLE" val="0"/>
  <p:tag name="KSO_WM_DIAGRAM_GROUP_CODE" val="l1-1"/>
  <p:tag name="KSO_WM_UNIT_PRESET_TEXT" val="Lorem ipsum Lorem ipsum"/>
  <p:tag name="KSO_WM_UNIT_TEXT_FILL_FORE_SCHEMECOLOR_INDEX" val="13"/>
  <p:tag name="KSO_WM_UNIT_TEXT_FILL_TYPE" val="1"/>
</p:tagLst>
</file>

<file path=ppt/tags/tag8.xml><?xml version="1.0" encoding="utf-8"?>
<p:tagLst xmlns:p="http://schemas.openxmlformats.org/presentationml/2006/main">
  <p:tag name="KSO_WM_TAG_VERSION" val="1.0"/>
  <p:tag name="KSO_WM_BEAUTIFY_FLAG" val="#wm#"/>
  <p:tag name="KSO_WM_UNIT_TYPE" val="i"/>
  <p:tag name="KSO_WM_UNIT_ID" val="diagram160500_4*i*8"/>
  <p:tag name="KSO_WM_TEMPLATE_CATEGORY" val="diagram"/>
  <p:tag name="KSO_WM_TEMPLATE_INDEX" val="160500"/>
  <p:tag name="KSO_WM_UNIT_INDEX" val="8"/>
</p:tagLst>
</file>

<file path=ppt/tags/tag9.xml><?xml version="1.0" encoding="utf-8"?>
<p:tagLst xmlns:p="http://schemas.openxmlformats.org/presentationml/2006/main">
  <p:tag name="KSO_WM_TAG_VERSION" val="1.0"/>
  <p:tag name="KSO_WM_BEAUTIFY_FLAG" val="#wm#"/>
  <p:tag name="KSO_WM_TEMPLATE_CATEGORY" val="diagram"/>
  <p:tag name="KSO_WM_TEMPLATE_INDEX" val="160500"/>
  <p:tag name="KSO_WM_UNIT_TYPE" val="l_h_a"/>
  <p:tag name="KSO_WM_UNIT_INDEX" val="1_2_1"/>
  <p:tag name="KSO_WM_UNIT_ID" val="diagram160500_4*l_h_a*1_2_1"/>
  <p:tag name="KSO_WM_UNIT_CLEAR" val="1"/>
  <p:tag name="KSO_WM_UNIT_LAYERLEVEL" val="1_1_1"/>
  <p:tag name="KSO_WM_UNIT_VALUE" val="56"/>
  <p:tag name="KSO_WM_UNIT_HIGHLIGHT" val="0"/>
  <p:tag name="KSO_WM_UNIT_COMPATIBLE" val="0"/>
  <p:tag name="KSO_WM_DIAGRAM_GROUP_CODE" val="l1-1"/>
  <p:tag name="KSO_WM_UNIT_PRESET_TEXT" val="Lorem"/>
  <p:tag name="KSO_WM_UNIT_FILL_FORE_SCHEMECOLOR_INDEX" val="6"/>
  <p:tag name="KSO_WM_UNIT_FILL_TYPE" val="1"/>
  <p:tag name="KSO_WM_UNIT_TEXT_FILL_FORE_SCHEMECOLOR_INDEX" val="14"/>
  <p:tag name="KSO_WM_UNIT_TEXT_FILL_TYPE" val="1"/>
</p:tagLst>
</file>

<file path=ppt/tags/tag10.xml><?xml version="1.0" encoding="utf-8"?>
<p:tagLst xmlns:p="http://schemas.openxmlformats.org/presentationml/2006/main">
  <p:tag name="KSO_WM_TAG_VERSION" val="1.0"/>
  <p:tag name="KSO_WM_BEAUTIFY_FLAG" val="#wm#"/>
  <p:tag name="KSO_WM_TEMPLATE_CATEGORY" val="diagram"/>
  <p:tag name="KSO_WM_TEMPLATE_INDEX" val="160500"/>
  <p:tag name="KSO_WM_UNIT_TYPE" val="l_i"/>
  <p:tag name="KSO_WM_UNIT_INDEX" val="1_2"/>
  <p:tag name="KSO_WM_UNIT_ID" val="diagram160500_4*l_i*1_2"/>
  <p:tag name="KSO_WM_UNIT_CLEAR" val="1"/>
  <p:tag name="KSO_WM_UNIT_LAYERLEVEL" val="1_1"/>
  <p:tag name="KSO_WM_DIAGRAM_GROUP_CODE" val="l1-1"/>
  <p:tag name="KSO_WM_UNIT_FILL_FORE_SCHEMECOLOR_INDEX" val="14"/>
  <p:tag name="KSO_WM_UNIT_FILL_TYPE" val="1"/>
  <p:tag name="KSO_WM_UNIT_SHADOW_SCHEMECOLOR_INDEX" val="6"/>
  <p:tag name="KSO_WM_UNIT_TEXT_FILL_FORE_SCHEMECOLOR_INDEX" val="13"/>
  <p:tag name="KSO_WM_UNIT_TEXT_FILL_TYPE" val="1"/>
</p:tagLst>
</file>

<file path=ppt/tags/tag11.xml><?xml version="1.0" encoding="utf-8"?>
<p:tagLst xmlns:p="http://schemas.openxmlformats.org/presentationml/2006/main">
  <p:tag name="KSO_WM_TAG_VERSION" val="1.0"/>
  <p:tag name="KSO_WM_BEAUTIFY_FLAG" val="#wm#"/>
  <p:tag name="KSO_WM_TEMPLATE_CATEGORY" val="diagram"/>
  <p:tag name="KSO_WM_TEMPLATE_INDEX" val="160500"/>
  <p:tag name="KSO_WM_UNIT_TYPE" val="l_h_f"/>
  <p:tag name="KSO_WM_UNIT_INDEX" val="1_2_1"/>
  <p:tag name="KSO_WM_UNIT_ID" val="diagram160500_4*l_h_f*1_2_1"/>
  <p:tag name="KSO_WM_UNIT_CLEAR" val="1"/>
  <p:tag name="KSO_WM_UNIT_LAYERLEVEL" val="1_1_1"/>
  <p:tag name="KSO_WM_UNIT_VALUE" val="36"/>
  <p:tag name="KSO_WM_UNIT_HIGHLIGHT" val="0"/>
  <p:tag name="KSO_WM_UNIT_COMPATIBLE" val="0"/>
  <p:tag name="KSO_WM_DIAGRAM_GROUP_CODE" val="l1-1"/>
  <p:tag name="KSO_WM_UNIT_PRESET_TEXT" val="Lorem ipsum Lorem ipsum"/>
  <p:tag name="KSO_WM_UNIT_TEXT_FILL_FORE_SCHEMECOLOR_INDEX" val="13"/>
  <p:tag name="KSO_WM_UNIT_TEXT_FILL_TYPE" val="1"/>
</p:tagLst>
</file>

<file path=ppt/tags/tag12.xml><?xml version="1.0" encoding="utf-8"?>
<p:tagLst xmlns:p="http://schemas.openxmlformats.org/presentationml/2006/main">
  <p:tag name="KSO_WM_TAG_VERSION" val="1.0"/>
  <p:tag name="KSO_WM_BEAUTIFY_FLAG" val="#wm#"/>
  <p:tag name="KSO_WM_UNIT_TYPE" val="i"/>
  <p:tag name="KSO_WM_UNIT_ID" val="diagram160500_4*i*15"/>
  <p:tag name="KSO_WM_TEMPLATE_CATEGORY" val="diagram"/>
  <p:tag name="KSO_WM_TEMPLATE_INDEX" val="160500"/>
  <p:tag name="KSO_WM_UNIT_INDEX" val="15"/>
</p:tagLst>
</file>

<file path=ppt/tags/tag13.xml><?xml version="1.0" encoding="utf-8"?>
<p:tagLst xmlns:p="http://schemas.openxmlformats.org/presentationml/2006/main">
  <p:tag name="KSO_WM_TAG_VERSION" val="1.0"/>
  <p:tag name="KSO_WM_BEAUTIFY_FLAG" val="#wm#"/>
  <p:tag name="KSO_WM_TEMPLATE_CATEGORY" val="diagram"/>
  <p:tag name="KSO_WM_TEMPLATE_INDEX" val="160500"/>
  <p:tag name="KSO_WM_UNIT_TYPE" val="l_h_a"/>
  <p:tag name="KSO_WM_UNIT_INDEX" val="1_3_1"/>
  <p:tag name="KSO_WM_UNIT_ID" val="diagram160500_4*l_h_a*1_3_1"/>
  <p:tag name="KSO_WM_UNIT_CLEAR" val="1"/>
  <p:tag name="KSO_WM_UNIT_LAYERLEVEL" val="1_1_1"/>
  <p:tag name="KSO_WM_UNIT_VALUE" val="56"/>
  <p:tag name="KSO_WM_UNIT_HIGHLIGHT" val="0"/>
  <p:tag name="KSO_WM_UNIT_COMPATIBLE" val="0"/>
  <p:tag name="KSO_WM_DIAGRAM_GROUP_CODE" val="l1-1"/>
  <p:tag name="KSO_WM_UNIT_PRESET_TEXT" val="Lorem"/>
  <p:tag name="KSO_WM_UNIT_FILL_FORE_SCHEMECOLOR_INDEX" val="5"/>
  <p:tag name="KSO_WM_UNIT_FILL_TYPE" val="1"/>
  <p:tag name="KSO_WM_UNIT_TEXT_FILL_FORE_SCHEMECOLOR_INDEX" val="14"/>
  <p:tag name="KSO_WM_UNIT_TEXT_FILL_TYPE" val="1"/>
</p:tagLst>
</file>

<file path=ppt/tags/tag14.xml><?xml version="1.0" encoding="utf-8"?>
<p:tagLst xmlns:p="http://schemas.openxmlformats.org/presentationml/2006/main">
  <p:tag name="KSO_WM_TAG_VERSION" val="1.0"/>
  <p:tag name="KSO_WM_BEAUTIFY_FLAG" val="#wm#"/>
  <p:tag name="KSO_WM_TEMPLATE_CATEGORY" val="diagram"/>
  <p:tag name="KSO_WM_TEMPLATE_INDEX" val="160500"/>
  <p:tag name="KSO_WM_UNIT_TYPE" val="l_i"/>
  <p:tag name="KSO_WM_UNIT_INDEX" val="1_3"/>
  <p:tag name="KSO_WM_UNIT_ID" val="diagram160500_4*l_i*1_3"/>
  <p:tag name="KSO_WM_UNIT_CLEAR" val="1"/>
  <p:tag name="KSO_WM_UNIT_LAYERLEVEL" val="1_1"/>
  <p:tag name="KSO_WM_DIAGRAM_GROUP_CODE" val="l1-1"/>
  <p:tag name="KSO_WM_UNIT_FILL_FORE_SCHEMECOLOR_INDEX" val="14"/>
  <p:tag name="KSO_WM_UNIT_FILL_TYPE" val="1"/>
  <p:tag name="KSO_WM_UNIT_SHADOW_SCHEMECOLOR_INDEX" val="7"/>
  <p:tag name="KSO_WM_UNIT_TEXT_FILL_FORE_SCHEMECOLOR_INDEX" val="13"/>
  <p:tag name="KSO_WM_UNIT_TEXT_FILL_TYPE" val="1"/>
</p:tagLst>
</file>

<file path=ppt/tags/tag15.xml><?xml version="1.0" encoding="utf-8"?>
<p:tagLst xmlns:p="http://schemas.openxmlformats.org/presentationml/2006/main">
  <p:tag name="KSO_WM_TAG_VERSION" val="1.0"/>
  <p:tag name="KSO_WM_BEAUTIFY_FLAG" val="#wm#"/>
  <p:tag name="KSO_WM_TEMPLATE_CATEGORY" val="diagram"/>
  <p:tag name="KSO_WM_TEMPLATE_INDEX" val="160500"/>
  <p:tag name="KSO_WM_UNIT_TYPE" val="l_h_f"/>
  <p:tag name="KSO_WM_UNIT_INDEX" val="1_3_1"/>
  <p:tag name="KSO_WM_UNIT_ID" val="diagram160500_4*l_h_f*1_3_1"/>
  <p:tag name="KSO_WM_UNIT_CLEAR" val="1"/>
  <p:tag name="KSO_WM_UNIT_LAYERLEVEL" val="1_1_1"/>
  <p:tag name="KSO_WM_UNIT_VALUE" val="36"/>
  <p:tag name="KSO_WM_UNIT_HIGHLIGHT" val="0"/>
  <p:tag name="KSO_WM_UNIT_COMPATIBLE" val="0"/>
  <p:tag name="KSO_WM_DIAGRAM_GROUP_CODE" val="l1-1"/>
  <p:tag name="KSO_WM_UNIT_PRESET_TEXT" val="Lorem ipsum Lorem ipsum"/>
  <p:tag name="KSO_WM_UNIT_TEXT_FILL_FORE_SCHEMECOLOR_INDEX" val="13"/>
  <p:tag name="KSO_WM_UNIT_TEXT_FILL_TYPE" val="1"/>
</p:tagLst>
</file>

<file path=ppt/tags/tag16.xml><?xml version="1.0" encoding="utf-8"?>
<p:tagLst xmlns:p="http://schemas.openxmlformats.org/presentationml/2006/main">
  <p:tag name="KSO_WM_TAG_VERSION" val="1.0"/>
  <p:tag name="KSO_WM_BEAUTIFY_FLAG" val="#wm#"/>
  <p:tag name="KSO_WM_UNIT_TYPE" val="i"/>
  <p:tag name="KSO_WM_UNIT_ID" val="diagram160500_4*i*22"/>
  <p:tag name="KSO_WM_TEMPLATE_CATEGORY" val="diagram"/>
  <p:tag name="KSO_WM_TEMPLATE_INDEX" val="160500"/>
  <p:tag name="KSO_WM_UNIT_INDEX" val="22"/>
</p:tagLst>
</file>

<file path=ppt/tags/tag17.xml><?xml version="1.0" encoding="utf-8"?>
<p:tagLst xmlns:p="http://schemas.openxmlformats.org/presentationml/2006/main">
  <p:tag name="KSO_WM_TAG_VERSION" val="1.0"/>
  <p:tag name="KSO_WM_BEAUTIFY_FLAG" val="#wm#"/>
  <p:tag name="KSO_WM_TEMPLATE_CATEGORY" val="diagram"/>
  <p:tag name="KSO_WM_TEMPLATE_INDEX" val="160500"/>
  <p:tag name="KSO_WM_UNIT_TYPE" val="l_h_a"/>
  <p:tag name="KSO_WM_UNIT_INDEX" val="1_4_1"/>
  <p:tag name="KSO_WM_UNIT_ID" val="diagram160500_4*l_h_a*1_4_1"/>
  <p:tag name="KSO_WM_UNIT_CLEAR" val="1"/>
  <p:tag name="KSO_WM_UNIT_LAYERLEVEL" val="1_1_1"/>
  <p:tag name="KSO_WM_UNIT_VALUE" val="56"/>
  <p:tag name="KSO_WM_UNIT_HIGHLIGHT" val="0"/>
  <p:tag name="KSO_WM_UNIT_COMPATIBLE" val="0"/>
  <p:tag name="KSO_WM_DIAGRAM_GROUP_CODE" val="l1-1"/>
  <p:tag name="KSO_WM_UNIT_PRESET_TEXT" val="Lorem"/>
  <p:tag name="KSO_WM_UNIT_FILL_FORE_SCHEMECOLOR_INDEX" val="6"/>
  <p:tag name="KSO_WM_UNIT_FILL_TYPE" val="1"/>
  <p:tag name="KSO_WM_UNIT_TEXT_FILL_FORE_SCHEMECOLOR_INDEX" val="14"/>
  <p:tag name="KSO_WM_UNIT_TEXT_FILL_TYPE" val="1"/>
</p:tagLst>
</file>

<file path=ppt/tags/tag18.xml><?xml version="1.0" encoding="utf-8"?>
<p:tagLst xmlns:p="http://schemas.openxmlformats.org/presentationml/2006/main">
  <p:tag name="KSO_WM_TAG_VERSION" val="1.0"/>
  <p:tag name="KSO_WM_BEAUTIFY_FLAG" val="#wm#"/>
  <p:tag name="KSO_WM_TEMPLATE_CATEGORY" val="diagram"/>
  <p:tag name="KSO_WM_TEMPLATE_INDEX" val="160500"/>
  <p:tag name="KSO_WM_UNIT_TYPE" val="l_i"/>
  <p:tag name="KSO_WM_UNIT_INDEX" val="1_4"/>
  <p:tag name="KSO_WM_UNIT_ID" val="diagram160500_4*l_i*1_4"/>
  <p:tag name="KSO_WM_UNIT_CLEAR" val="1"/>
  <p:tag name="KSO_WM_UNIT_LAYERLEVEL" val="1_1"/>
  <p:tag name="KSO_WM_DIAGRAM_GROUP_CODE" val="l1-1"/>
  <p:tag name="KSO_WM_UNIT_FILL_FORE_SCHEMECOLOR_INDEX" val="14"/>
  <p:tag name="KSO_WM_UNIT_FILL_TYPE" val="1"/>
  <p:tag name="KSO_WM_UNIT_SHADOW_SCHEMECOLOR_INDEX" val="8"/>
  <p:tag name="KSO_WM_UNIT_TEXT_FILL_FORE_SCHEMECOLOR_INDEX" val="13"/>
  <p:tag name="KSO_WM_UNIT_TEXT_FILL_TYPE" val="1"/>
</p:tagLst>
</file>

<file path=ppt/tags/tag19.xml><?xml version="1.0" encoding="utf-8"?>
<p:tagLst xmlns:p="http://schemas.openxmlformats.org/presentationml/2006/main">
  <p:tag name="KSO_WM_TAG_VERSION" val="1.0"/>
  <p:tag name="KSO_WM_BEAUTIFY_FLAG" val="#wm#"/>
  <p:tag name="KSO_WM_TEMPLATE_CATEGORY" val="diagram"/>
  <p:tag name="KSO_WM_TEMPLATE_INDEX" val="160500"/>
  <p:tag name="KSO_WM_UNIT_TYPE" val="l_h_f"/>
  <p:tag name="KSO_WM_UNIT_INDEX" val="1_4_1"/>
  <p:tag name="KSO_WM_UNIT_ID" val="diagram160500_4*l_h_f*1_4_1"/>
  <p:tag name="KSO_WM_UNIT_CLEAR" val="1"/>
  <p:tag name="KSO_WM_UNIT_LAYERLEVEL" val="1_1_1"/>
  <p:tag name="KSO_WM_UNIT_VALUE" val="36"/>
  <p:tag name="KSO_WM_UNIT_HIGHLIGHT" val="0"/>
  <p:tag name="KSO_WM_UNIT_COMPATIBLE" val="0"/>
  <p:tag name="KSO_WM_DIAGRAM_GROUP_CODE" val="l1-1"/>
  <p:tag name="KSO_WM_UNIT_PRESET_TEXT" val="Lorem ipsum Lorem ipsum"/>
  <p:tag name="KSO_WM_UNIT_TEXT_FILL_FORE_SCHEMECOLOR_INDEX" val="13"/>
  <p:tag name="KSO_WM_UNIT_TEXT_FILL_TYPE" val="1"/>
</p:tagLst>
</file>

<file path=ppt/tags/tag20.xml><?xml version="1.0" encoding="utf-8"?>
<p:tagLst xmlns:p="http://schemas.openxmlformats.org/presentationml/2006/main">
  <p:tag name="KSO_WM_UNIT_PLACING_PICTURE_USER_VIEWPORT" val="{&quot;height&quot;:6480,&quot;width&quot;:11520}"/>
  <p:tag name="KSO_WM_BEAUTIFY_FLAG" val=""/>
</p:tagLst>
</file>

<file path=ppt/tags/tag21.xml><?xml version="1.0" encoding="utf-8"?>
<p:tagLst xmlns:p="http://schemas.openxmlformats.org/presentationml/2006/main">
  <p:tag name="KSO_WM_UNIT_PLACING_PICTURE_USER_VIEWPORT" val="{&quot;height&quot;:6480,&quot;width&quot;:11520}"/>
</p:tagLst>
</file>

<file path=ppt/tags/tag22.xml><?xml version="1.0" encoding="utf-8"?>
<p:tagLst xmlns:p="http://schemas.openxmlformats.org/presentationml/2006/main">
  <p:tag name="KSO_WM_UNIT_PLACING_PICTURE_USER_VIEWPORT" val="{&quot;height&quot;:6480,&quot;width&quot;:11520}"/>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UNIT_PLACING_PICTURE_USER_VIEWPORT" val="{&quot;height&quot;:6480,&quot;width&quot;:11520}"/>
</p:tagLst>
</file>

<file path=ppt/tags/tag28.xml><?xml version="1.0" encoding="utf-8"?>
<p:tagLst xmlns:p="http://schemas.openxmlformats.org/presentationml/2006/main">
  <p:tag name="KSO_WM_UNIT_PLACING_PICTURE_USER_VIEWPORT" val="{&quot;height&quot;:6480,&quot;width&quot;:11520}"/>
  <p:tag name="KSO_WM_BEAUTIFY_FLAG" val=""/>
</p:tagLst>
</file>

<file path=ppt/tags/tag29.xml><?xml version="1.0" encoding="utf-8"?>
<p:tagLst xmlns:p="http://schemas.openxmlformats.org/presentationml/2006/main">
  <p:tag name="COMMONDATA" val="eyJoZGlkIjoiYmE2MTBkMGUwMTU0MjE3MmI3NjRmYTc0YmI4Y2Q0N2UifQ=="/>
  <p:tag name="KSO_WPP_MARK_KEY" val="9ecd0bd3-13b1-4094-83c1-31cad3aa32e3"/>
  <p:tag name="commondata" val="eyJoZGlkIjoiZTZiMjc3ZDk1YzM3MjA0NzVlNjYzYTIxMmZhY2FjODUifQ=="/>
</p:tagLst>
</file>

<file path=ppt/theme/theme1.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主题​​">
      <a:majorFont>
        <a:latin typeface="Calibri"/>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15425</Words>
  <Application>WPS 演示</Application>
  <PresentationFormat>全屏显示(16:9)</PresentationFormat>
  <Paragraphs>469</Paragraphs>
  <Slides>72</Slides>
  <Notes>1</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72</vt:i4>
      </vt:variant>
    </vt:vector>
  </HeadingPairs>
  <TitlesOfParts>
    <vt:vector size="83" baseType="lpstr">
      <vt:lpstr>Arial</vt:lpstr>
      <vt:lpstr>宋体</vt:lpstr>
      <vt:lpstr>Wingdings</vt:lpstr>
      <vt:lpstr>Calibri</vt:lpstr>
      <vt:lpstr>Comic Sans MS</vt:lpstr>
      <vt:lpstr>微软雅黑</vt:lpstr>
      <vt:lpstr>华文细黑</vt:lpstr>
      <vt:lpstr>Calibri Light</vt:lpstr>
      <vt:lpstr>Arial Unicode MS</vt:lpstr>
      <vt:lpstr>Verdana</vt:lpstr>
      <vt:lpstr>Office 主题​​</vt:lpstr>
      <vt:lpstr>Criterion of the writing test</vt:lpstr>
      <vt:lpstr>Grammatical Range and Accuracy（7分）</vt:lpstr>
      <vt:lpstr>Grammatical Range and Accuracy（6分）</vt:lpstr>
      <vt:lpstr>Grammatical Range and Accuracy（5分）</vt:lpstr>
      <vt:lpstr>PowerPoint 演示文稿</vt:lpstr>
      <vt:lpstr>PowerPoint 演示文稿</vt:lpstr>
      <vt:lpstr>七个词性知识</vt:lpstr>
      <vt:lpstr>① 主（名词/代词/动名词）   系（be）   表(名词/形容词/介词/不定式)</vt:lpstr>
      <vt:lpstr>① 主（名词/代词/动名词）   系（be）   表(名词/形容词/介词/不定式)</vt:lpstr>
      <vt:lpstr>PowerPoint 演示文稿</vt:lpstr>
      <vt:lpstr>PowerPoint 演示文稿</vt:lpstr>
      <vt:lpstr>① 主（名词/代词/动名词）   系（be）   表(名词/形容词/介词/不定式)</vt:lpstr>
      <vt:lpstr>① 主（名词/代词/动名词）   系（be）   表(名词/形容词/介词/不定式)</vt:lpstr>
      <vt:lpstr>① 主（名词/代词/动名词）   系（be）   表(名词/形容词/介词/不定式)</vt:lpstr>
      <vt:lpstr>② 主（名词/代词/动名词）   谓（vt）   宾（adj+n）</vt:lpstr>
      <vt:lpstr>② 主（名词/代词/动名词）   谓（vt）   宾（adj+n）</vt:lpstr>
      <vt:lpstr>② 主（名词/代词/动名词）   谓（vt）   宾（adj+n）</vt:lpstr>
      <vt:lpstr>③ 主+谓vi+adv</vt:lpstr>
      <vt:lpstr>④并列句--两个句子并列在一起--姐妹关系-并列连词</vt:lpstr>
      <vt:lpstr>辨析并列连词&amp;副词</vt:lpstr>
      <vt:lpstr>并列句在动态图中的运用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范文</vt:lpstr>
      <vt:lpstr>范文</vt:lpstr>
      <vt:lpstr>范文</vt:lpstr>
      <vt:lpstr>PowerPoint 演示文稿</vt:lpstr>
      <vt:lpstr>⑤状语从句--修饰动词或者限定句子--adv</vt:lpstr>
      <vt:lpstr>⑥状语从句--修饰动词或者限定句子--adv</vt:lpstr>
      <vt:lpstr>⑥状语从句--修饰动词或者限定句子--adv</vt:lpstr>
      <vt:lpstr>⑥状语从句--修饰动词或者限定句子--adv</vt:lpstr>
      <vt:lpstr>PowerPoint 演示文稿</vt:lpstr>
      <vt:lpstr>PowerPoint 演示文稿</vt:lpstr>
      <vt:lpstr>⑥prep+n/doing/being done</vt:lpstr>
      <vt:lpstr>⑥prep+n/doing/being done</vt:lpstr>
      <vt:lpstr>⑥prep+n/doing/being done</vt:lpstr>
      <vt:lpstr>⑦辨析连词&amp;介词</vt:lpstr>
      <vt:lpstr>⑦辨析连词&amp;介词</vt:lpstr>
      <vt:lpstr>⑦辨析连词&amp;介词</vt:lpstr>
      <vt:lpstr>⑦辨析连词&amp;介词</vt:lpstr>
      <vt:lpstr>⑦辨析连词&amp;介词</vt:lpstr>
      <vt:lpstr>⑥ with的使用  随着；有</vt:lpstr>
      <vt:lpstr>With+n+doing/done</vt:lpstr>
      <vt:lpstr>With+n+doing/done</vt:lpstr>
      <vt:lpstr>With+n+doing/done</vt:lpstr>
      <vt:lpstr>With+n+doing/done</vt:lpstr>
      <vt:lpstr>⑦adv+adj</vt:lpstr>
      <vt:lpstr>Be +adv+adj（系 表）</vt:lpstr>
      <vt:lpstr>adv+adj+n 做定语--修饰名词</vt:lpstr>
      <vt:lpstr>标点符号的使用</vt:lpstr>
      <vt:lpstr>加逗号的地方</vt:lpstr>
      <vt:lpstr>加逗号的地方</vt:lpstr>
      <vt:lpstr>判断对错</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LBDZ</dc:creator>
  <cp:lastModifiedBy>DLHT</cp:lastModifiedBy>
  <cp:revision>787</cp:revision>
  <dcterms:created xsi:type="dcterms:W3CDTF">2021-08-07T10:06:00Z</dcterms:created>
  <dcterms:modified xsi:type="dcterms:W3CDTF">2025-01-06T03:35:44Z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2052-12.1.0.16929</vt:lpwstr>
  </property>
  <property fmtid="{D5CDD505-2E9C-101B-9397-08002B2CF9AE}" pid="3" name="ICV">
    <vt:lpwstr>1227158F538744058E6A9438BA4678BA_12</vt:lpwstr>
  </property>
</Properties>
</file>