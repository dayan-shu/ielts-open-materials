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290" r:id="rId13"/>
    <p:sldId id="302" r:id="rId14"/>
    <p:sldId id="323" r:id="rId15"/>
    <p:sldId id="324" r:id="rId16"/>
    <p:sldId id="325" r:id="rId17"/>
    <p:sldId id="336" r:id="rId18"/>
    <p:sldId id="380" r:id="rId19"/>
    <p:sldId id="353" r:id="rId20"/>
    <p:sldId id="381" r:id="rId21"/>
    <p:sldId id="354" r:id="rId22"/>
    <p:sldId id="403" r:id="rId23"/>
    <p:sldId id="299" r:id="rId24"/>
    <p:sldId id="360" r:id="rId25"/>
    <p:sldId id="298" r:id="rId26"/>
    <p:sldId id="382" r:id="rId27"/>
    <p:sldId id="404" r:id="rId28"/>
    <p:sldId id="314" r:id="rId29"/>
    <p:sldId id="384" r:id="rId30"/>
    <p:sldId id="387" r:id="rId31"/>
    <p:sldId id="386" r:id="rId32"/>
    <p:sldId id="385" r:id="rId33"/>
    <p:sldId id="315" r:id="rId34"/>
    <p:sldId id="400" r:id="rId35"/>
    <p:sldId id="317" r:id="rId36"/>
    <p:sldId id="401" r:id="rId37"/>
    <p:sldId id="340" r:id="rId38"/>
    <p:sldId id="347" r:id="rId39"/>
    <p:sldId id="388" r:id="rId40"/>
    <p:sldId id="357" r:id="rId41"/>
    <p:sldId id="402" r:id="rId42"/>
    <p:sldId id="295" r:id="rId43"/>
    <p:sldId id="359" r:id="rId44"/>
    <p:sldId id="318" r:id="rId45"/>
    <p:sldId id="319" r:id="rId46"/>
    <p:sldId id="389" r:id="rId47"/>
    <p:sldId id="335" r:id="rId48"/>
    <p:sldId id="363" r:id="rId49"/>
    <p:sldId id="390" r:id="rId50"/>
    <p:sldId id="391" r:id="rId51"/>
    <p:sldId id="291" r:id="rId52"/>
    <p:sldId id="392" r:id="rId53"/>
    <p:sldId id="393" r:id="rId54"/>
    <p:sldId id="394" r:id="rId55"/>
    <p:sldId id="395" r:id="rId56"/>
    <p:sldId id="396" r:id="rId57"/>
    <p:sldId id="397" r:id="rId58"/>
    <p:sldId id="311" r:id="rId59"/>
    <p:sldId id="343" r:id="rId60"/>
    <p:sldId id="310" r:id="rId61"/>
    <p:sldId id="373" r:id="rId62"/>
    <p:sldId id="376" r:id="rId63"/>
    <p:sldId id="377" r:id="rId64"/>
    <p:sldId id="379" r:id="rId65"/>
    <p:sldId id="378" r:id="rId66"/>
    <p:sldId id="375" r:id="rId67"/>
    <p:sldId id="374" r:id="rId68"/>
  </p:sldIdLst>
  <p:sldSz cx="12192000" cy="6858000"/>
  <p:notesSz cx="7104063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FF8D41"/>
    <a:srgbClr val="202020"/>
    <a:srgbClr val="323232"/>
    <a:srgbClr val="CC3300"/>
    <a:srgbClr val="CC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>
      <p:cViewPr varScale="1">
        <p:scale>
          <a:sx n="41" d="100"/>
          <a:sy n="41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天真" userId="9bf67b6cc4928841" providerId="LiveId" clId="{0B61FA76-E6B5-CC47-8C54-F58B8E07F83B}"/>
    <pc:docChg chg="undo custSel addSld delSld modSld">
      <pc:chgData name="张 天真" userId="9bf67b6cc4928841" providerId="LiveId" clId="{0B61FA76-E6B5-CC47-8C54-F58B8E07F83B}" dt="2020-01-07T06:39:37.419" v="1828" actId="7634"/>
      <pc:docMkLst>
        <pc:docMk/>
      </pc:docMkLst>
      <pc:sldChg chg="modSp">
        <pc:chgData name="张 天真" userId="9bf67b6cc4928841" providerId="LiveId" clId="{0B61FA76-E6B5-CC47-8C54-F58B8E07F83B}" dt="2020-01-06T09:48:03.818" v="1092" actId="20577"/>
        <pc:sldMkLst>
          <pc:docMk/>
          <pc:sldMk cId="0" sldId="256"/>
        </pc:sldMkLst>
        <pc:spChg chg="mod">
          <ac:chgData name="张 天真" userId="9bf67b6cc4928841" providerId="LiveId" clId="{0B61FA76-E6B5-CC47-8C54-F58B8E07F83B}" dt="2019-12-16T10:27:56.686" v="1019" actId="207"/>
          <ac:spMkLst>
            <pc:docMk/>
            <pc:sldMk cId="0" sldId="256"/>
            <ac:spMk id="9" creationId="{02D3191B-37D6-4371-AB02-34FDFB939FA1}"/>
          </ac:spMkLst>
        </pc:spChg>
        <pc:spChg chg="mod">
          <ac:chgData name="张 天真" userId="9bf67b6cc4928841" providerId="LiveId" clId="{0B61FA76-E6B5-CC47-8C54-F58B8E07F83B}" dt="2019-12-16T10:27:56.686" v="1019" actId="207"/>
          <ac:spMkLst>
            <pc:docMk/>
            <pc:sldMk cId="0" sldId="256"/>
            <ac:spMk id="10" creationId="{EEB667E0-1BF5-492E-9DC8-7255D681B27E}"/>
          </ac:spMkLst>
        </pc:spChg>
        <pc:spChg chg="mod">
          <ac:chgData name="张 天真" userId="9bf67b6cc4928841" providerId="LiveId" clId="{0B61FA76-E6B5-CC47-8C54-F58B8E07F83B}" dt="2019-12-16T10:28:54.694" v="1021" actId="207"/>
          <ac:spMkLst>
            <pc:docMk/>
            <pc:sldMk cId="0" sldId="256"/>
            <ac:spMk id="11" creationId="{C94F9140-DCF1-4696-9CB1-FD2361A35B98}"/>
          </ac:spMkLst>
        </pc:spChg>
        <pc:spChg chg="mod">
          <ac:chgData name="张 天真" userId="9bf67b6cc4928841" providerId="LiveId" clId="{0B61FA76-E6B5-CC47-8C54-F58B8E07F83B}" dt="2019-12-16T10:29:02.437" v="1022" actId="207"/>
          <ac:spMkLst>
            <pc:docMk/>
            <pc:sldMk cId="0" sldId="256"/>
            <ac:spMk id="12" creationId="{D0A764D3-71C1-4D58-A555-4E2F13575D2F}"/>
          </ac:spMkLst>
        </pc:spChg>
        <pc:spChg chg="mod">
          <ac:chgData name="张 天真" userId="9bf67b6cc4928841" providerId="LiveId" clId="{0B61FA76-E6B5-CC47-8C54-F58B8E07F83B}" dt="2020-01-06T09:48:03.818" v="1092" actId="20577"/>
          <ac:spMkLst>
            <pc:docMk/>
            <pc:sldMk cId="0" sldId="256"/>
            <ac:spMk id="2054" creationId="{A81ABA56-3E1F-452D-88E1-3539D40CA4FD}"/>
          </ac:spMkLst>
        </pc:spChg>
      </pc:sldChg>
      <pc:sldChg chg="addSp delSp modSp">
        <pc:chgData name="张 天真" userId="9bf67b6cc4928841" providerId="LiveId" clId="{0B61FA76-E6B5-CC47-8C54-F58B8E07F83B}" dt="2020-01-06T09:48:18.366" v="1100" actId="20577"/>
        <pc:sldMkLst>
          <pc:docMk/>
          <pc:sldMk cId="0" sldId="258"/>
        </pc:sldMkLst>
        <pc:spChg chg="mod">
          <ac:chgData name="张 天真" userId="9bf67b6cc4928841" providerId="LiveId" clId="{0B61FA76-E6B5-CC47-8C54-F58B8E07F83B}" dt="2019-12-16T10:29:21.392" v="1024" actId="207"/>
          <ac:spMkLst>
            <pc:docMk/>
            <pc:sldMk cId="0" sldId="258"/>
            <ac:spMk id="3079" creationId="{9F0629D8-1A81-4771-A4DB-0C9291B2C32E}"/>
          </ac:spMkLst>
        </pc:spChg>
        <pc:spChg chg="mod">
          <ac:chgData name="张 天真" userId="9bf67b6cc4928841" providerId="LiveId" clId="{0B61FA76-E6B5-CC47-8C54-F58B8E07F83B}" dt="2020-01-06T09:48:18.366" v="1100" actId="20577"/>
          <ac:spMkLst>
            <pc:docMk/>
            <pc:sldMk cId="0" sldId="258"/>
            <ac:spMk id="3091" creationId="{0A20523A-784B-4427-B398-D6B4C9BD59D1}"/>
          </ac:spMkLst>
        </pc:spChg>
        <pc:spChg chg="mod">
          <ac:chgData name="张 天真" userId="9bf67b6cc4928841" providerId="LiveId" clId="{0B61FA76-E6B5-CC47-8C54-F58B8E07F83B}" dt="2019-12-16T09:55:55.916" v="537" actId="20577"/>
          <ac:spMkLst>
            <pc:docMk/>
            <pc:sldMk cId="0" sldId="258"/>
            <ac:spMk id="3093" creationId="{2DABE63A-CED9-4C71-9B6A-634B78537C72}"/>
          </ac:spMkLst>
        </pc:spChg>
        <pc:spChg chg="mod">
          <ac:chgData name="张 天真" userId="9bf67b6cc4928841" providerId="LiveId" clId="{0B61FA76-E6B5-CC47-8C54-F58B8E07F83B}" dt="2019-12-16T10:29:13.683" v="1023" actId="207"/>
          <ac:spMkLst>
            <pc:docMk/>
            <pc:sldMk cId="0" sldId="258"/>
            <ac:spMk id="3096" creationId="{0540C309-60D0-41C9-8DCA-EF2273FAC5A6}"/>
          </ac:spMkLst>
        </pc:spChg>
        <pc:inkChg chg="add del">
          <ac:chgData name="张 天真" userId="9bf67b6cc4928841" providerId="LiveId" clId="{0B61FA76-E6B5-CC47-8C54-F58B8E07F83B}" dt="2019-10-21T01:44:43.654" v="361"/>
          <ac:inkMkLst>
            <pc:docMk/>
            <pc:sldMk cId="0" sldId="258"/>
            <ac:inkMk id="2" creationId="{A23B1342-7DCD-0645-B7EE-4F338183462A}"/>
          </ac:inkMkLst>
        </pc:inkChg>
        <pc:inkChg chg="add del">
          <ac:chgData name="张 天真" userId="9bf67b6cc4928841" providerId="LiveId" clId="{0B61FA76-E6B5-CC47-8C54-F58B8E07F83B}" dt="2019-10-21T01:44:43.654" v="361"/>
          <ac:inkMkLst>
            <pc:docMk/>
            <pc:sldMk cId="0" sldId="258"/>
            <ac:inkMk id="3" creationId="{64DF4A26-125A-654C-BABA-2F7A8923CE28}"/>
          </ac:inkMkLst>
        </pc:inkChg>
        <pc:inkChg chg="add del mod reco modStrokes">
          <ac:chgData name="张 天真" userId="9bf67b6cc4928841" providerId="LiveId" clId="{0B61FA76-E6B5-CC47-8C54-F58B8E07F83B}" dt="2019-10-21T01:45:17.714" v="363"/>
          <ac:inkMkLst>
            <pc:docMk/>
            <pc:sldMk cId="0" sldId="258"/>
            <ac:inkMk id="4" creationId="{34FAE23F-D08A-244F-BB2B-8B7257B2AF57}"/>
          </ac:inkMkLst>
        </pc:inkChg>
      </pc:sldChg>
      <pc:sldChg chg="modSp">
        <pc:chgData name="张 天真" userId="9bf67b6cc4928841" providerId="LiveId" clId="{0B61FA76-E6B5-CC47-8C54-F58B8E07F83B}" dt="2020-01-06T09:52:30.959" v="1126" actId="2711"/>
        <pc:sldMkLst>
          <pc:docMk/>
          <pc:sldMk cId="0" sldId="290"/>
        </pc:sldMkLst>
        <pc:spChg chg="mod">
          <ac:chgData name="张 天真" userId="9bf67b6cc4928841" providerId="LiveId" clId="{0B61FA76-E6B5-CC47-8C54-F58B8E07F83B}" dt="2020-01-06T09:52:30.959" v="1126" actId="2711"/>
          <ac:spMkLst>
            <pc:docMk/>
            <pc:sldMk cId="0" sldId="290"/>
            <ac:spMk id="13314" creationId="{69ABB40D-DF1E-406B-86E7-19E441DDE2D9}"/>
          </ac:spMkLst>
        </pc:spChg>
        <pc:spChg chg="mod">
          <ac:chgData name="张 天真" userId="9bf67b6cc4928841" providerId="LiveId" clId="{0B61FA76-E6B5-CC47-8C54-F58B8E07F83B}" dt="2020-01-06T09:52:26.870" v="1125" actId="2711"/>
          <ac:spMkLst>
            <pc:docMk/>
            <pc:sldMk cId="0" sldId="290"/>
            <ac:spMk id="13315" creationId="{73FBDDF7-11EF-4F46-AF26-F5E8B3DA1B88}"/>
          </ac:spMkLst>
        </pc:spChg>
      </pc:sldChg>
      <pc:sldChg chg="addSp modSp">
        <pc:chgData name="张 天真" userId="9bf67b6cc4928841" providerId="LiveId" clId="{0B61FA76-E6B5-CC47-8C54-F58B8E07F83B}" dt="2019-10-25T05:09:20.867" v="476" actId="1076"/>
        <pc:sldMkLst>
          <pc:docMk/>
          <pc:sldMk cId="0" sldId="291"/>
        </pc:sldMkLst>
        <pc:spChg chg="add mod">
          <ac:chgData name="张 天真" userId="9bf67b6cc4928841" providerId="LiveId" clId="{0B61FA76-E6B5-CC47-8C54-F58B8E07F83B}" dt="2019-10-25T05:09:13.062" v="474" actId="113"/>
          <ac:spMkLst>
            <pc:docMk/>
            <pc:sldMk cId="0" sldId="291"/>
            <ac:spMk id="2" creationId="{F95C7A67-8C69-8F41-A515-530DCE84E703}"/>
          </ac:spMkLst>
        </pc:spChg>
        <pc:spChg chg="mod">
          <ac:chgData name="张 天真" userId="9bf67b6cc4928841" providerId="LiveId" clId="{0B61FA76-E6B5-CC47-8C54-F58B8E07F83B}" dt="2019-10-25T05:09:20.867" v="476" actId="1076"/>
          <ac:spMkLst>
            <pc:docMk/>
            <pc:sldMk cId="0" sldId="291"/>
            <ac:spMk id="7" creationId="{B5C06781-8479-492C-87FF-C081A2E06231}"/>
          </ac:spMkLst>
        </pc:spChg>
      </pc:sldChg>
      <pc:sldChg chg="modSp">
        <pc:chgData name="张 天真" userId="9bf67b6cc4928841" providerId="LiveId" clId="{0B61FA76-E6B5-CC47-8C54-F58B8E07F83B}" dt="2019-10-20T23:54:39.475" v="338" actId="255"/>
        <pc:sldMkLst>
          <pc:docMk/>
          <pc:sldMk cId="0" sldId="295"/>
        </pc:sldMkLst>
        <pc:spChg chg="mod">
          <ac:chgData name="张 天真" userId="9bf67b6cc4928841" providerId="LiveId" clId="{0B61FA76-E6B5-CC47-8C54-F58B8E07F83B}" dt="2019-10-20T23:54:33.623" v="336" actId="255"/>
          <ac:spMkLst>
            <pc:docMk/>
            <pc:sldMk cId="0" sldId="295"/>
            <ac:spMk id="2" creationId="{67BB9402-F9CF-4032-A6A6-73C56CB639C4}"/>
          </ac:spMkLst>
        </pc:spChg>
        <pc:spChg chg="mod">
          <ac:chgData name="张 天真" userId="9bf67b6cc4928841" providerId="LiveId" clId="{0B61FA76-E6B5-CC47-8C54-F58B8E07F83B}" dt="2019-10-20T23:54:39.475" v="338" actId="255"/>
          <ac:spMkLst>
            <pc:docMk/>
            <pc:sldMk cId="0" sldId="295"/>
            <ac:spMk id="41987" creationId="{27E5A7DD-C0BA-43A7-B408-E1662B46A959}"/>
          </ac:spMkLst>
        </pc:spChg>
      </pc:sldChg>
      <pc:sldChg chg="addSp delSp modSp">
        <pc:chgData name="张 天真" userId="9bf67b6cc4928841" providerId="LiveId" clId="{0B61FA76-E6B5-CC47-8C54-F58B8E07F83B}" dt="2020-01-06T09:58:14.105" v="1205" actId="20577"/>
        <pc:sldMkLst>
          <pc:docMk/>
          <pc:sldMk cId="0" sldId="298"/>
        </pc:sldMkLst>
        <pc:spChg chg="add del">
          <ac:chgData name="张 天真" userId="9bf67b6cc4928841" providerId="LiveId" clId="{0B61FA76-E6B5-CC47-8C54-F58B8E07F83B}" dt="2019-10-20T23:32:54.419" v="101" actId="21"/>
          <ac:spMkLst>
            <pc:docMk/>
            <pc:sldMk cId="0" sldId="298"/>
            <ac:spMk id="2" creationId="{46332DB0-29BC-8A4A-93A6-FBF940815D50}"/>
          </ac:spMkLst>
        </pc:spChg>
        <pc:spChg chg="mod">
          <ac:chgData name="张 天真" userId="9bf67b6cc4928841" providerId="LiveId" clId="{0B61FA76-E6B5-CC47-8C54-F58B8E07F83B}" dt="2020-01-06T09:58:00.916" v="1199" actId="20577"/>
          <ac:spMkLst>
            <pc:docMk/>
            <pc:sldMk cId="0" sldId="298"/>
            <ac:spMk id="23554" creationId="{48DE0072-5F59-44F4-ACC5-01688A61965E}"/>
          </ac:spMkLst>
        </pc:spChg>
        <pc:spChg chg="mod">
          <ac:chgData name="张 天真" userId="9bf67b6cc4928841" providerId="LiveId" clId="{0B61FA76-E6B5-CC47-8C54-F58B8E07F83B}" dt="2020-01-06T09:58:14.105" v="1205" actId="20577"/>
          <ac:spMkLst>
            <pc:docMk/>
            <pc:sldMk cId="0" sldId="298"/>
            <ac:spMk id="26627" creationId="{12BFEB02-C1A5-41AD-AFF8-98F9349BB4C1}"/>
          </ac:spMkLst>
        </pc:spChg>
      </pc:sldChg>
      <pc:sldChg chg="addSp delSp modSp">
        <pc:chgData name="张 天真" userId="9bf67b6cc4928841" providerId="LiveId" clId="{0B61FA76-E6B5-CC47-8C54-F58B8E07F83B}" dt="2020-01-06T09:57:02.028" v="1175" actId="2711"/>
        <pc:sldMkLst>
          <pc:docMk/>
          <pc:sldMk cId="0" sldId="299"/>
        </pc:sldMkLst>
        <pc:spChg chg="mod">
          <ac:chgData name="张 天真" userId="9bf67b6cc4928841" providerId="LiveId" clId="{0B61FA76-E6B5-CC47-8C54-F58B8E07F83B}" dt="2020-01-06T09:57:02.028" v="1175" actId="2711"/>
          <ac:spMkLst>
            <pc:docMk/>
            <pc:sldMk cId="0" sldId="299"/>
            <ac:spMk id="22530" creationId="{FD561B3B-9A2E-48D0-B7C5-63124A63F4A2}"/>
          </ac:spMkLst>
        </pc:spChg>
        <pc:spChg chg="mod">
          <ac:chgData name="张 天真" userId="9bf67b6cc4928841" providerId="LiveId" clId="{0B61FA76-E6B5-CC47-8C54-F58B8E07F83B}" dt="2020-01-06T09:56:42.876" v="1173" actId="20577"/>
          <ac:spMkLst>
            <pc:docMk/>
            <pc:sldMk cId="0" sldId="299"/>
            <ac:spMk id="24579" creationId="{38B49237-0225-493E-B13E-88532C8EF41B}"/>
          </ac:spMkLst>
        </pc:spChg>
        <pc:spChg chg="mod">
          <ac:chgData name="张 天真" userId="9bf67b6cc4928841" providerId="LiveId" clId="{0B61FA76-E6B5-CC47-8C54-F58B8E07F83B}" dt="2019-12-16T10:15:46.794" v="843" actId="207"/>
          <ac:spMkLst>
            <pc:docMk/>
            <pc:sldMk cId="0" sldId="299"/>
            <ac:spMk id="24582" creationId="{9ABDB59E-1C2A-439C-A1E1-5C0E074CA97E}"/>
          </ac:spMkLst>
        </pc:spChg>
        <pc:spChg chg="mod">
          <ac:chgData name="张 天真" userId="9bf67b6cc4928841" providerId="LiveId" clId="{0B61FA76-E6B5-CC47-8C54-F58B8E07F83B}" dt="2020-01-06T09:56:52.561" v="1174" actId="2711"/>
          <ac:spMkLst>
            <pc:docMk/>
            <pc:sldMk cId="0" sldId="299"/>
            <ac:spMk id="24583" creationId="{7704663A-D789-4A68-9522-DE4AEEC44FA8}"/>
          </ac:spMkLst>
        </pc:spChg>
        <pc:cxnChg chg="add mod">
          <ac:chgData name="张 天真" userId="9bf67b6cc4928841" providerId="LiveId" clId="{0B61FA76-E6B5-CC47-8C54-F58B8E07F83B}" dt="2019-12-16T10:17:04.398" v="863" actId="14100"/>
          <ac:cxnSpMkLst>
            <pc:docMk/>
            <pc:sldMk cId="0" sldId="299"/>
            <ac:cxnSpMk id="2" creationId="{0E9CA08B-DA83-844A-848A-D601EBDADD6F}"/>
          </ac:cxnSpMkLst>
        </pc:cxnChg>
        <pc:cxnChg chg="del">
          <ac:chgData name="张 天真" userId="9bf67b6cc4928841" providerId="LiveId" clId="{0B61FA76-E6B5-CC47-8C54-F58B8E07F83B}" dt="2019-12-16T10:17:25.289" v="869" actId="478"/>
          <ac:cxnSpMkLst>
            <pc:docMk/>
            <pc:sldMk cId="0" sldId="299"/>
            <ac:cxnSpMk id="5" creationId="{A903C600-C881-47B2-9E4E-CCC5BAEE589C}"/>
          </ac:cxnSpMkLst>
        </pc:cxnChg>
        <pc:cxnChg chg="del">
          <ac:chgData name="张 天真" userId="9bf67b6cc4928841" providerId="LiveId" clId="{0B61FA76-E6B5-CC47-8C54-F58B8E07F83B}" dt="2019-12-16T10:17:08.306" v="864" actId="21"/>
          <ac:cxnSpMkLst>
            <pc:docMk/>
            <pc:sldMk cId="0" sldId="299"/>
            <ac:cxnSpMk id="7" creationId="{1A3C492A-EB7B-4FFA-ADE7-A496441CB629}"/>
          </ac:cxnSpMkLst>
        </pc:cxnChg>
        <pc:cxnChg chg="add mod">
          <ac:chgData name="张 天真" userId="9bf67b6cc4928841" providerId="LiveId" clId="{0B61FA76-E6B5-CC47-8C54-F58B8E07F83B}" dt="2019-12-16T10:17:40.633" v="879" actId="1076"/>
          <ac:cxnSpMkLst>
            <pc:docMk/>
            <pc:sldMk cId="0" sldId="299"/>
            <ac:cxnSpMk id="8" creationId="{6F538C32-5895-4C4A-9CCA-5118022F3067}"/>
          </ac:cxnSpMkLst>
        </pc:cxnChg>
      </pc:sldChg>
      <pc:sldChg chg="modSp">
        <pc:chgData name="张 天真" userId="9bf67b6cc4928841" providerId="LiveId" clId="{0B61FA76-E6B5-CC47-8C54-F58B8E07F83B}" dt="2020-01-06T09:54:12.562" v="1146" actId="2711"/>
        <pc:sldMkLst>
          <pc:docMk/>
          <pc:sldMk cId="0" sldId="302"/>
        </pc:sldMkLst>
        <pc:spChg chg="mod">
          <ac:chgData name="张 天真" userId="9bf67b6cc4928841" providerId="LiveId" clId="{0B61FA76-E6B5-CC47-8C54-F58B8E07F83B}" dt="2020-01-06T09:54:04.038" v="1144" actId="2711"/>
          <ac:spMkLst>
            <pc:docMk/>
            <pc:sldMk cId="0" sldId="302"/>
            <ac:spMk id="14338" creationId="{47214B00-9DF6-4B7D-9A4C-C7BB809A0EDE}"/>
          </ac:spMkLst>
        </pc:spChg>
        <pc:spChg chg="mod">
          <ac:chgData name="张 天真" userId="9bf67b6cc4928841" providerId="LiveId" clId="{0B61FA76-E6B5-CC47-8C54-F58B8E07F83B}" dt="2020-01-06T09:54:12.562" v="1146" actId="2711"/>
          <ac:spMkLst>
            <pc:docMk/>
            <pc:sldMk cId="0" sldId="302"/>
            <ac:spMk id="14339" creationId="{19026967-2A71-42FE-9831-DEFB4C895258}"/>
          </ac:spMkLst>
        </pc:spChg>
      </pc:sldChg>
      <pc:sldChg chg="modSp">
        <pc:chgData name="张 天真" userId="9bf67b6cc4928841" providerId="LiveId" clId="{0B61FA76-E6B5-CC47-8C54-F58B8E07F83B}" dt="2019-10-25T05:10:40.537" v="488" actId="255"/>
        <pc:sldMkLst>
          <pc:docMk/>
          <pc:sldMk cId="0" sldId="310"/>
        </pc:sldMkLst>
        <pc:spChg chg="mod">
          <ac:chgData name="张 天真" userId="9bf67b6cc4928841" providerId="LiveId" clId="{0B61FA76-E6B5-CC47-8C54-F58B8E07F83B}" dt="2019-10-25T05:10:40.537" v="488" actId="255"/>
          <ac:spMkLst>
            <pc:docMk/>
            <pc:sldMk cId="0" sldId="310"/>
            <ac:spMk id="60418" creationId="{BAFC227F-1AFE-4F47-8846-14BDE91CE12D}"/>
          </ac:spMkLst>
        </pc:spChg>
      </pc:sldChg>
      <pc:sldChg chg="modSp">
        <pc:chgData name="张 天真" userId="9bf67b6cc4928841" providerId="LiveId" clId="{0B61FA76-E6B5-CC47-8C54-F58B8E07F83B}" dt="2019-10-25T05:10:25.229" v="486" actId="113"/>
        <pc:sldMkLst>
          <pc:docMk/>
          <pc:sldMk cId="0" sldId="311"/>
        </pc:sldMkLst>
        <pc:spChg chg="mod">
          <ac:chgData name="张 天真" userId="9bf67b6cc4928841" providerId="LiveId" clId="{0B61FA76-E6B5-CC47-8C54-F58B8E07F83B}" dt="2019-10-25T05:10:25.229" v="486" actId="113"/>
          <ac:spMkLst>
            <pc:docMk/>
            <pc:sldMk cId="0" sldId="311"/>
            <ac:spMk id="58372" creationId="{1CD3A887-7C04-43BB-8177-4169C8CBA34E}"/>
          </ac:spMkLst>
        </pc:spChg>
        <pc:spChg chg="mod">
          <ac:chgData name="张 天真" userId="9bf67b6cc4928841" providerId="LiveId" clId="{0B61FA76-E6B5-CC47-8C54-F58B8E07F83B}" dt="2019-10-25T05:10:18.137" v="484" actId="255"/>
          <ac:spMkLst>
            <pc:docMk/>
            <pc:sldMk cId="0" sldId="311"/>
            <ac:spMk id="58373" creationId="{56185BB2-A834-4440-A0EC-0EABBF18AC2A}"/>
          </ac:spMkLst>
        </pc:spChg>
      </pc:sldChg>
      <pc:sldChg chg="modSp">
        <pc:chgData name="张 天真" userId="9bf67b6cc4928841" providerId="LiveId" clId="{0B61FA76-E6B5-CC47-8C54-F58B8E07F83B}" dt="2020-01-06T10:04:53.705" v="1624" actId="2711"/>
        <pc:sldMkLst>
          <pc:docMk/>
          <pc:sldMk cId="0" sldId="314"/>
        </pc:sldMkLst>
        <pc:spChg chg="mod">
          <ac:chgData name="张 天真" userId="9bf67b6cc4928841" providerId="LiveId" clId="{0B61FA76-E6B5-CC47-8C54-F58B8E07F83B}" dt="2020-01-06T10:04:00.664" v="1558" actId="2711"/>
          <ac:spMkLst>
            <pc:docMk/>
            <pc:sldMk cId="0" sldId="314"/>
            <ac:spMk id="26627" creationId="{E5838DC3-3ADF-4EB9-965A-301E98D3E1B4}"/>
          </ac:spMkLst>
        </pc:spChg>
        <pc:spChg chg="mod">
          <ac:chgData name="张 天真" userId="9bf67b6cc4928841" providerId="LiveId" clId="{0B61FA76-E6B5-CC47-8C54-F58B8E07F83B}" dt="2020-01-06T10:04:53.705" v="1624" actId="2711"/>
          <ac:spMkLst>
            <pc:docMk/>
            <pc:sldMk cId="0" sldId="314"/>
            <ac:spMk id="30723" creationId="{610381CD-4E9D-43F1-82FC-A21A777A2DCC}"/>
          </ac:spMkLst>
        </pc:spChg>
      </pc:sldChg>
      <pc:sldChg chg="delSp modSp">
        <pc:chgData name="张 天真" userId="9bf67b6cc4928841" providerId="LiveId" clId="{0B61FA76-E6B5-CC47-8C54-F58B8E07F83B}" dt="2020-01-06T10:07:18.227" v="1687" actId="207"/>
        <pc:sldMkLst>
          <pc:docMk/>
          <pc:sldMk cId="0" sldId="315"/>
        </pc:sldMkLst>
        <pc:spChg chg="del">
          <ac:chgData name="张 天真" userId="9bf67b6cc4928841" providerId="LiveId" clId="{0B61FA76-E6B5-CC47-8C54-F58B8E07F83B}" dt="2019-10-20T23:36:48.407" v="240" actId="478"/>
          <ac:spMkLst>
            <pc:docMk/>
            <pc:sldMk cId="0" sldId="315"/>
            <ac:spMk id="10" creationId="{F9808289-799C-44BD-9D4E-78A68C422083}"/>
          </ac:spMkLst>
        </pc:spChg>
        <pc:spChg chg="mod">
          <ac:chgData name="张 天真" userId="9bf67b6cc4928841" providerId="LiveId" clId="{0B61FA76-E6B5-CC47-8C54-F58B8E07F83B}" dt="2020-01-06T10:07:18.227" v="1687" actId="207"/>
          <ac:spMkLst>
            <pc:docMk/>
            <pc:sldMk cId="0" sldId="315"/>
            <ac:spMk id="27651" creationId="{4D39EDC0-F29B-4EF7-B380-17CD7B2199F7}"/>
          </ac:spMkLst>
        </pc:spChg>
        <pc:spChg chg="mod">
          <ac:chgData name="张 天真" userId="9bf67b6cc4928841" providerId="LiveId" clId="{0B61FA76-E6B5-CC47-8C54-F58B8E07F83B}" dt="2020-01-06T10:07:12.569" v="1685" actId="20577"/>
          <ac:spMkLst>
            <pc:docMk/>
            <pc:sldMk cId="0" sldId="315"/>
            <ac:spMk id="27653" creationId="{53BB2D9C-1368-4639-9C80-C66C64D83D57}"/>
          </ac:spMkLst>
        </pc:spChg>
        <pc:spChg chg="del">
          <ac:chgData name="张 天真" userId="9bf67b6cc4928841" providerId="LiveId" clId="{0B61FA76-E6B5-CC47-8C54-F58B8E07F83B}" dt="2019-10-20T23:36:57.364" v="244" actId="478"/>
          <ac:spMkLst>
            <pc:docMk/>
            <pc:sldMk cId="0" sldId="315"/>
            <ac:spMk id="35845" creationId="{9A1E4F82-621D-4BC7-AAB3-6927167EB59B}"/>
          </ac:spMkLst>
        </pc:spChg>
        <pc:spChg chg="del">
          <ac:chgData name="张 天真" userId="9bf67b6cc4928841" providerId="LiveId" clId="{0B61FA76-E6B5-CC47-8C54-F58B8E07F83B}" dt="2019-10-20T23:36:51.034" v="241" actId="478"/>
          <ac:spMkLst>
            <pc:docMk/>
            <pc:sldMk cId="0" sldId="315"/>
            <ac:spMk id="35846" creationId="{7D06588E-F57E-45B5-80A8-B3E6ED5DF1C8}"/>
          </ac:spMkLst>
        </pc:spChg>
        <pc:spChg chg="del">
          <ac:chgData name="张 天真" userId="9bf67b6cc4928841" providerId="LiveId" clId="{0B61FA76-E6B5-CC47-8C54-F58B8E07F83B}" dt="2019-10-20T23:36:53.288" v="242" actId="478"/>
          <ac:spMkLst>
            <pc:docMk/>
            <pc:sldMk cId="0" sldId="315"/>
            <ac:spMk id="35848" creationId="{D68B5460-CB52-43BB-A025-EB791872C9C7}"/>
          </ac:spMkLst>
        </pc:spChg>
        <pc:cxnChg chg="del">
          <ac:chgData name="张 天真" userId="9bf67b6cc4928841" providerId="LiveId" clId="{0B61FA76-E6B5-CC47-8C54-F58B8E07F83B}" dt="2019-10-20T23:36:55.227" v="243" actId="478"/>
          <ac:cxnSpMkLst>
            <pc:docMk/>
            <pc:sldMk cId="0" sldId="315"/>
            <ac:cxnSpMk id="5" creationId="{F231F16B-5FBB-4359-A649-A2D54E55E38F}"/>
          </ac:cxnSpMkLst>
        </pc:cxnChg>
      </pc:sldChg>
      <pc:sldChg chg="addSp delSp modSp">
        <pc:chgData name="张 天真" userId="9bf67b6cc4928841" providerId="LiveId" clId="{0B61FA76-E6B5-CC47-8C54-F58B8E07F83B}" dt="2020-01-06T10:09:38.311" v="1826" actId="20577"/>
        <pc:sldMkLst>
          <pc:docMk/>
          <pc:sldMk cId="0" sldId="317"/>
        </pc:sldMkLst>
        <pc:spChg chg="del">
          <ac:chgData name="张 天真" userId="9bf67b6cc4928841" providerId="LiveId" clId="{0B61FA76-E6B5-CC47-8C54-F58B8E07F83B}" dt="2019-10-20T23:37:20.919" v="246" actId="478"/>
          <ac:spMkLst>
            <pc:docMk/>
            <pc:sldMk cId="0" sldId="317"/>
            <ac:spMk id="2" creationId="{3027EA9C-17C0-4ECE-96AA-ED53695CB394}"/>
          </ac:spMkLst>
        </pc:spChg>
        <pc:spChg chg="mod">
          <ac:chgData name="张 天真" userId="9bf67b6cc4928841" providerId="LiveId" clId="{0B61FA76-E6B5-CC47-8C54-F58B8E07F83B}" dt="2020-01-06T10:08:18.526" v="1714" actId="2711"/>
          <ac:spMkLst>
            <pc:docMk/>
            <pc:sldMk cId="0" sldId="317"/>
            <ac:spMk id="29698" creationId="{B4E53ED9-B70D-4661-A135-4CD9DC11C056}"/>
          </ac:spMkLst>
        </pc:spChg>
        <pc:spChg chg="mod">
          <ac:chgData name="张 天真" userId="9bf67b6cc4928841" providerId="LiveId" clId="{0B61FA76-E6B5-CC47-8C54-F58B8E07F83B}" dt="2020-01-06T10:09:09.280" v="1744" actId="207"/>
          <ac:spMkLst>
            <pc:docMk/>
            <pc:sldMk cId="0" sldId="317"/>
            <ac:spMk id="36867" creationId="{17D65ED8-8210-4C66-8D75-2E4D7A72A5A4}"/>
          </ac:spMkLst>
        </pc:spChg>
        <pc:spChg chg="mod">
          <ac:chgData name="张 天真" userId="9bf67b6cc4928841" providerId="LiveId" clId="{0B61FA76-E6B5-CC47-8C54-F58B8E07F83B}" dt="2020-01-06T10:09:38.311" v="1826" actId="20577"/>
          <ac:spMkLst>
            <pc:docMk/>
            <pc:sldMk cId="0" sldId="317"/>
            <ac:spMk id="36868" creationId="{EC8C96E4-E450-438A-AC68-8A4B88854866}"/>
          </ac:spMkLst>
        </pc:spChg>
        <pc:inkChg chg="add del">
          <ac:chgData name="张 天真" userId="9bf67b6cc4928841" providerId="LiveId" clId="{0B61FA76-E6B5-CC47-8C54-F58B8E07F83B}" dt="2019-10-21T15:22:53.405" v="450" actId="478"/>
          <ac:inkMkLst>
            <pc:docMk/>
            <pc:sldMk cId="0" sldId="317"/>
            <ac:inkMk id="2" creationId="{738482FE-DBC2-8441-BCCA-4917F7BE45F7}"/>
          </ac:inkMkLst>
        </pc:inkChg>
        <pc:inkChg chg="add del">
          <ac:chgData name="张 天真" userId="9bf67b6cc4928841" providerId="LiveId" clId="{0B61FA76-E6B5-CC47-8C54-F58B8E07F83B}" dt="2019-11-26T08:31:56.989" v="524" actId="7634"/>
          <ac:inkMkLst>
            <pc:docMk/>
            <pc:sldMk cId="0" sldId="317"/>
            <ac:inkMk id="2" creationId="{D69B72AC-E245-2E4F-8DD2-461BD81E27A5}"/>
          </ac:inkMkLst>
        </pc:inkChg>
        <pc:inkChg chg="add del">
          <ac:chgData name="张 天真" userId="9bf67b6cc4928841" providerId="LiveId" clId="{0B61FA76-E6B5-CC47-8C54-F58B8E07F83B}" dt="2019-10-21T02:51:43.259" v="374" actId="7634"/>
          <ac:inkMkLst>
            <pc:docMk/>
            <pc:sldMk cId="0" sldId="317"/>
            <ac:inkMk id="3" creationId="{385AD6D2-086D-F74B-8603-A3DDFA85E856}"/>
          </ac:inkMkLst>
        </pc:inkChg>
      </pc:sldChg>
      <pc:sldChg chg="modSp">
        <pc:chgData name="张 天真" userId="9bf67b6cc4928841" providerId="LiveId" clId="{0B61FA76-E6B5-CC47-8C54-F58B8E07F83B}" dt="2019-10-20T23:55:18.337" v="348" actId="255"/>
        <pc:sldMkLst>
          <pc:docMk/>
          <pc:sldMk cId="0" sldId="318"/>
        </pc:sldMkLst>
        <pc:spChg chg="mod">
          <ac:chgData name="张 天真" userId="9bf67b6cc4928841" providerId="LiveId" clId="{0B61FA76-E6B5-CC47-8C54-F58B8E07F83B}" dt="2019-10-20T23:55:00.433" v="343" actId="255"/>
          <ac:spMkLst>
            <pc:docMk/>
            <pc:sldMk cId="0" sldId="318"/>
            <ac:spMk id="2" creationId="{786C0666-3802-429F-B426-8FB5EA238BA0}"/>
          </ac:spMkLst>
        </pc:spChg>
        <pc:spChg chg="mod">
          <ac:chgData name="张 天真" userId="9bf67b6cc4928841" providerId="LiveId" clId="{0B61FA76-E6B5-CC47-8C54-F58B8E07F83B}" dt="2019-10-20T23:55:04.183" v="345" actId="255"/>
          <ac:spMkLst>
            <pc:docMk/>
            <pc:sldMk cId="0" sldId="318"/>
            <ac:spMk id="44036" creationId="{96ACD5FC-8ED1-4DD5-86C5-AF1B12D286BF}"/>
          </ac:spMkLst>
        </pc:spChg>
        <pc:spChg chg="mod">
          <ac:chgData name="张 天真" userId="9bf67b6cc4928841" providerId="LiveId" clId="{0B61FA76-E6B5-CC47-8C54-F58B8E07F83B}" dt="2019-10-20T23:55:10.781" v="346" actId="255"/>
          <ac:spMkLst>
            <pc:docMk/>
            <pc:sldMk cId="0" sldId="318"/>
            <ac:spMk id="44038" creationId="{C1EE4FE0-47FF-4C52-ACC6-34CA49C4EBCC}"/>
          </ac:spMkLst>
        </pc:spChg>
        <pc:spChg chg="mod">
          <ac:chgData name="张 天真" userId="9bf67b6cc4928841" providerId="LiveId" clId="{0B61FA76-E6B5-CC47-8C54-F58B8E07F83B}" dt="2019-10-20T23:55:13.790" v="347" actId="255"/>
          <ac:spMkLst>
            <pc:docMk/>
            <pc:sldMk cId="0" sldId="318"/>
            <ac:spMk id="44039" creationId="{84A91CC4-172C-427A-9D1A-7F709D0978B8}"/>
          </ac:spMkLst>
        </pc:spChg>
        <pc:spChg chg="mod">
          <ac:chgData name="张 天真" userId="9bf67b6cc4928841" providerId="LiveId" clId="{0B61FA76-E6B5-CC47-8C54-F58B8E07F83B}" dt="2019-10-20T23:55:18.337" v="348" actId="255"/>
          <ac:spMkLst>
            <pc:docMk/>
            <pc:sldMk cId="0" sldId="318"/>
            <ac:spMk id="44041" creationId="{FF8191CB-3859-428A-9450-372D450F60B3}"/>
          </ac:spMkLst>
        </pc:spChg>
        <pc:cxnChg chg="mod">
          <ac:chgData name="张 天真" userId="9bf67b6cc4928841" providerId="LiveId" clId="{0B61FA76-E6B5-CC47-8C54-F58B8E07F83B}" dt="2019-10-20T23:55:10.781" v="346" actId="255"/>
          <ac:cxnSpMkLst>
            <pc:docMk/>
            <pc:sldMk cId="0" sldId="318"/>
            <ac:cxnSpMk id="6" creationId="{35AB4195-131C-44FE-B85C-7263A7E5CADC}"/>
          </ac:cxnSpMkLst>
        </pc:cxnChg>
      </pc:sldChg>
      <pc:sldChg chg="addSp delSp modSp">
        <pc:chgData name="张 天真" userId="9bf67b6cc4928841" providerId="LiveId" clId="{0B61FA76-E6B5-CC47-8C54-F58B8E07F83B}" dt="2019-10-24T08:39:27.294" v="461" actId="7634"/>
        <pc:sldMkLst>
          <pc:docMk/>
          <pc:sldMk cId="0" sldId="319"/>
        </pc:sldMkLst>
        <pc:spChg chg="mod">
          <ac:chgData name="张 天真" userId="9bf67b6cc4928841" providerId="LiveId" clId="{0B61FA76-E6B5-CC47-8C54-F58B8E07F83B}" dt="2019-10-20T23:55:33.470" v="352" actId="255"/>
          <ac:spMkLst>
            <pc:docMk/>
            <pc:sldMk cId="0" sldId="319"/>
            <ac:spMk id="35845" creationId="{AFA996A7-4289-4489-B09A-4DE491D70B5E}"/>
          </ac:spMkLst>
        </pc:spChg>
        <pc:spChg chg="mod">
          <ac:chgData name="张 天真" userId="9bf67b6cc4928841" providerId="LiveId" clId="{0B61FA76-E6B5-CC47-8C54-F58B8E07F83B}" dt="2019-10-20T23:55:41.860" v="355" actId="113"/>
          <ac:spMkLst>
            <pc:docMk/>
            <pc:sldMk cId="0" sldId="319"/>
            <ac:spMk id="35847" creationId="{E9BF0869-FCB2-4856-8161-3C56A1B11C8A}"/>
          </ac:spMkLst>
        </pc:spChg>
        <pc:spChg chg="mod">
          <ac:chgData name="张 天真" userId="9bf67b6cc4928841" providerId="LiveId" clId="{0B61FA76-E6B5-CC47-8C54-F58B8E07F83B}" dt="2019-10-20T23:55:25.992" v="350" actId="255"/>
          <ac:spMkLst>
            <pc:docMk/>
            <pc:sldMk cId="0" sldId="319"/>
            <ac:spMk id="45059" creationId="{732D4F26-6B86-4877-A85E-14CD9375D0E4}"/>
          </ac:spMkLst>
        </pc:spChg>
        <pc:inkChg chg="add del">
          <ac:chgData name="张 天真" userId="9bf67b6cc4928841" providerId="LiveId" clId="{0B61FA76-E6B5-CC47-8C54-F58B8E07F83B}" dt="2019-10-24T08:39:27.294" v="461" actId="7634"/>
          <ac:inkMkLst>
            <pc:docMk/>
            <pc:sldMk cId="0" sldId="319"/>
            <ac:inkMk id="3" creationId="{CA08073D-37A0-E94C-BB82-A0B14C5BDA79}"/>
          </ac:inkMkLst>
        </pc:inkChg>
      </pc:sldChg>
      <pc:sldChg chg="addSp delSp modSp">
        <pc:chgData name="张 天真" userId="9bf67b6cc4928841" providerId="LiveId" clId="{0B61FA76-E6B5-CC47-8C54-F58B8E07F83B}" dt="2020-01-06T09:53:41.146" v="1139" actId="2711"/>
        <pc:sldMkLst>
          <pc:docMk/>
          <pc:sldMk cId="0" sldId="323"/>
        </pc:sldMkLst>
        <pc:spChg chg="mod">
          <ac:chgData name="张 天真" userId="9bf67b6cc4928841" providerId="LiveId" clId="{0B61FA76-E6B5-CC47-8C54-F58B8E07F83B}" dt="2020-01-06T09:53:41.146" v="1139" actId="2711"/>
          <ac:spMkLst>
            <pc:docMk/>
            <pc:sldMk cId="0" sldId="323"/>
            <ac:spMk id="15362" creationId="{3C1911FD-3796-47C0-AE2A-FFC6D9547584}"/>
          </ac:spMkLst>
        </pc:spChg>
        <pc:spChg chg="mod">
          <ac:chgData name="张 天真" userId="9bf67b6cc4928841" providerId="LiveId" clId="{0B61FA76-E6B5-CC47-8C54-F58B8E07F83B}" dt="2020-01-06T09:53:30.047" v="1136" actId="2711"/>
          <ac:spMkLst>
            <pc:docMk/>
            <pc:sldMk cId="0" sldId="323"/>
            <ac:spMk id="15363" creationId="{1E2AE870-B2A2-4358-9A78-27BB031E17BB}"/>
          </ac:spMkLst>
        </pc:spChg>
        <pc:inkChg chg="add del">
          <ac:chgData name="张 天真" userId="9bf67b6cc4928841" providerId="LiveId" clId="{0B61FA76-E6B5-CC47-8C54-F58B8E07F83B}" dt="2019-11-26T06:50:11.640" v="519" actId="7634"/>
          <ac:inkMkLst>
            <pc:docMk/>
            <pc:sldMk cId="0" sldId="323"/>
            <ac:inkMk id="2" creationId="{A0F7F965-1800-4546-A2B8-A1D2736F3D88}"/>
          </ac:inkMkLst>
        </pc:inkChg>
      </pc:sldChg>
      <pc:sldChg chg="modSp">
        <pc:chgData name="张 天真" userId="9bf67b6cc4928841" providerId="LiveId" clId="{0B61FA76-E6B5-CC47-8C54-F58B8E07F83B}" dt="2020-01-06T09:54:23.031" v="1147" actId="2711"/>
        <pc:sldMkLst>
          <pc:docMk/>
          <pc:sldMk cId="0" sldId="324"/>
        </pc:sldMkLst>
        <pc:spChg chg="mod">
          <ac:chgData name="张 天真" userId="9bf67b6cc4928841" providerId="LiveId" clId="{0B61FA76-E6B5-CC47-8C54-F58B8E07F83B}" dt="2020-01-06T09:54:23.031" v="1147" actId="2711"/>
          <ac:spMkLst>
            <pc:docMk/>
            <pc:sldMk cId="0" sldId="324"/>
            <ac:spMk id="5123" creationId="{B585C7ED-F42B-4161-B7B5-3E38346EB8D1}"/>
          </ac:spMkLst>
        </pc:spChg>
      </pc:sldChg>
      <pc:sldChg chg="modSp">
        <pc:chgData name="张 天真" userId="9bf67b6cc4928841" providerId="LiveId" clId="{0B61FA76-E6B5-CC47-8C54-F58B8E07F83B}" dt="2020-01-06T09:55:45.520" v="1151" actId="2711"/>
        <pc:sldMkLst>
          <pc:docMk/>
          <pc:sldMk cId="0" sldId="325"/>
        </pc:sldMkLst>
        <pc:spChg chg="mod">
          <ac:chgData name="张 天真" userId="9bf67b6cc4928841" providerId="LiveId" clId="{0B61FA76-E6B5-CC47-8C54-F58B8E07F83B}" dt="2020-01-06T09:55:45.520" v="1151" actId="2711"/>
          <ac:spMkLst>
            <pc:docMk/>
            <pc:sldMk cId="0" sldId="325"/>
            <ac:spMk id="17410" creationId="{C252DCF5-A668-43CB-B66A-C80E0322FEE5}"/>
          </ac:spMkLst>
        </pc:spChg>
      </pc:sldChg>
      <pc:sldChg chg="addSp delSp modSp">
        <pc:chgData name="张 天真" userId="9bf67b6cc4928841" providerId="LiveId" clId="{0B61FA76-E6B5-CC47-8C54-F58B8E07F83B}" dt="2019-12-16T10:30:17.767" v="1030" actId="207"/>
        <pc:sldMkLst>
          <pc:docMk/>
          <pc:sldMk cId="0" sldId="326"/>
        </pc:sldMkLst>
        <pc:spChg chg="add mod">
          <ac:chgData name="张 天真" userId="9bf67b6cc4928841" providerId="LiveId" clId="{0B61FA76-E6B5-CC47-8C54-F58B8E07F83B}" dt="2019-12-16T10:30:00.438" v="1028" actId="207"/>
          <ac:spMkLst>
            <pc:docMk/>
            <pc:sldMk cId="0" sldId="326"/>
            <ac:spMk id="2" creationId="{BC2AE2D7-4976-D14B-9E99-63D033D25D62}"/>
          </ac:spMkLst>
        </pc:spChg>
        <pc:spChg chg="add mod">
          <ac:chgData name="张 天真" userId="9bf67b6cc4928841" providerId="LiveId" clId="{0B61FA76-E6B5-CC47-8C54-F58B8E07F83B}" dt="2019-12-16T09:59:16.437" v="621" actId="2711"/>
          <ac:spMkLst>
            <pc:docMk/>
            <pc:sldMk cId="0" sldId="326"/>
            <ac:spMk id="3" creationId="{7AEDCAA9-69E2-644B-9551-5C2CB46775CD}"/>
          </ac:spMkLst>
        </pc:spChg>
        <pc:spChg chg="add mod">
          <ac:chgData name="张 天真" userId="9bf67b6cc4928841" providerId="LiveId" clId="{0B61FA76-E6B5-CC47-8C54-F58B8E07F83B}" dt="2019-12-16T10:29:56.682" v="1027" actId="207"/>
          <ac:spMkLst>
            <pc:docMk/>
            <pc:sldMk cId="0" sldId="326"/>
            <ac:spMk id="8" creationId="{B6241C89-4B58-F849-82EC-7AD847CEDE55}"/>
          </ac:spMkLst>
        </pc:spChg>
        <pc:spChg chg="mod">
          <ac:chgData name="张 天真" userId="9bf67b6cc4928841" providerId="LiveId" clId="{0B61FA76-E6B5-CC47-8C54-F58B8E07F83B}" dt="2019-10-21T15:18:11.909" v="395" actId="255"/>
          <ac:spMkLst>
            <pc:docMk/>
            <pc:sldMk cId="0" sldId="326"/>
            <ac:spMk id="4098" creationId="{E6C7A081-F4E7-47B6-9EFB-55D67203A6AD}"/>
          </ac:spMkLst>
        </pc:spChg>
        <pc:spChg chg="mod">
          <ac:chgData name="张 天真" userId="9bf67b6cc4928841" providerId="LiveId" clId="{0B61FA76-E6B5-CC47-8C54-F58B8E07F83B}" dt="2019-12-16T10:30:11.606" v="1029" actId="207"/>
          <ac:spMkLst>
            <pc:docMk/>
            <pc:sldMk cId="0" sldId="326"/>
            <ac:spMk id="4099" creationId="{6918355D-1E3A-425D-B9FC-AF954ACD4948}"/>
          </ac:spMkLst>
        </pc:spChg>
        <pc:picChg chg="add del mod">
          <ac:chgData name="张 天真" userId="9bf67b6cc4928841" providerId="LiveId" clId="{0B61FA76-E6B5-CC47-8C54-F58B8E07F83B}" dt="2019-12-16T09:58:20.344" v="612" actId="478"/>
          <ac:picMkLst>
            <pc:docMk/>
            <pc:sldMk cId="0" sldId="326"/>
            <ac:picMk id="4" creationId="{656C3EB8-BF4B-2445-9973-F90C41D3747C}"/>
          </ac:picMkLst>
        </pc:picChg>
        <pc:picChg chg="add mod">
          <ac:chgData name="张 天真" userId="9bf67b6cc4928841" providerId="LiveId" clId="{0B61FA76-E6B5-CC47-8C54-F58B8E07F83B}" dt="2019-12-16T10:30:17.767" v="1030" actId="207"/>
          <ac:picMkLst>
            <pc:docMk/>
            <pc:sldMk cId="0" sldId="326"/>
            <ac:picMk id="6" creationId="{2670F36C-F204-2947-9D63-9D567BCC6A34}"/>
          </ac:picMkLst>
        </pc:picChg>
        <pc:inkChg chg="add del">
          <ac:chgData name="张 天真" userId="9bf67b6cc4928841" providerId="LiveId" clId="{0B61FA76-E6B5-CC47-8C54-F58B8E07F83B}" dt="2019-11-11T06:21:00.781" v="496" actId="478"/>
          <ac:inkMkLst>
            <pc:docMk/>
            <pc:sldMk cId="0" sldId="326"/>
            <ac:inkMk id="3" creationId="{DB26ED4D-02FE-B44C-934C-1D03E2B7D0B2}"/>
          </ac:inkMkLst>
        </pc:inkChg>
        <pc:inkChg chg="add del">
          <ac:chgData name="张 天真" userId="9bf67b6cc4928841" providerId="LiveId" clId="{0B61FA76-E6B5-CC47-8C54-F58B8E07F83B}" dt="2019-11-11T06:21:03.411" v="497" actId="478"/>
          <ac:inkMkLst>
            <pc:docMk/>
            <pc:sldMk cId="0" sldId="326"/>
            <ac:inkMk id="4" creationId="{550907A3-C79D-1143-94A4-76C1BA6FC8D4}"/>
          </ac:inkMkLst>
        </pc:inkChg>
      </pc:sldChg>
      <pc:sldChg chg="modSp">
        <pc:chgData name="张 天真" userId="9bf67b6cc4928841" providerId="LiveId" clId="{0B61FA76-E6B5-CC47-8C54-F58B8E07F83B}" dt="2019-12-16T10:30:42.524" v="1033" actId="207"/>
        <pc:sldMkLst>
          <pc:docMk/>
          <pc:sldMk cId="0" sldId="327"/>
        </pc:sldMkLst>
        <pc:spChg chg="mod">
          <ac:chgData name="张 天真" userId="9bf67b6cc4928841" providerId="LiveId" clId="{0B61FA76-E6B5-CC47-8C54-F58B8E07F83B}" dt="2019-12-16T10:30:42.524" v="1033" actId="207"/>
          <ac:spMkLst>
            <pc:docMk/>
            <pc:sldMk cId="0" sldId="327"/>
            <ac:spMk id="5122" creationId="{ACBF153B-D08F-4D03-A411-78790148D62A}"/>
          </ac:spMkLst>
        </pc:spChg>
        <pc:spChg chg="mod">
          <ac:chgData name="张 天真" userId="9bf67b6cc4928841" providerId="LiveId" clId="{0B61FA76-E6B5-CC47-8C54-F58B8E07F83B}" dt="2019-12-16T10:30:35.393" v="1032" actId="207"/>
          <ac:spMkLst>
            <pc:docMk/>
            <pc:sldMk cId="0" sldId="327"/>
            <ac:spMk id="5123" creationId="{3295A658-E772-4C21-BDB8-42546F052A7D}"/>
          </ac:spMkLst>
        </pc:spChg>
      </pc:sldChg>
      <pc:sldChg chg="addSp delSp modSp">
        <pc:chgData name="张 天真" userId="9bf67b6cc4928841" providerId="LiveId" clId="{0B61FA76-E6B5-CC47-8C54-F58B8E07F83B}" dt="2019-12-16T10:30:46.713" v="1034" actId="207"/>
        <pc:sldMkLst>
          <pc:docMk/>
          <pc:sldMk cId="0" sldId="328"/>
        </pc:sldMkLst>
        <pc:spChg chg="mod">
          <ac:chgData name="张 天真" userId="9bf67b6cc4928841" providerId="LiveId" clId="{0B61FA76-E6B5-CC47-8C54-F58B8E07F83B}" dt="2019-12-16T10:30:46.713" v="1034" actId="207"/>
          <ac:spMkLst>
            <pc:docMk/>
            <pc:sldMk cId="0" sldId="328"/>
            <ac:spMk id="6146" creationId="{EE53D90F-3825-464B-91AA-C2417960A3D5}"/>
          </ac:spMkLst>
        </pc:spChg>
        <pc:inkChg chg="add del">
          <ac:chgData name="张 天真" userId="9bf67b6cc4928841" providerId="LiveId" clId="{0B61FA76-E6B5-CC47-8C54-F58B8E07F83B}" dt="2019-12-16T09:56:17.445" v="538" actId="478"/>
          <ac:inkMkLst>
            <pc:docMk/>
            <pc:sldMk cId="0" sldId="328"/>
            <ac:inkMk id="2" creationId="{41E56B39-D907-1C48-ADEF-269094A106FE}"/>
          </ac:inkMkLst>
        </pc:inkChg>
      </pc:sldChg>
      <pc:sldChg chg="modSp">
        <pc:chgData name="张 天真" userId="9bf67b6cc4928841" providerId="LiveId" clId="{0B61FA76-E6B5-CC47-8C54-F58B8E07F83B}" dt="2019-12-16T10:31:12.941" v="1039" actId="207"/>
        <pc:sldMkLst>
          <pc:docMk/>
          <pc:sldMk cId="0" sldId="329"/>
        </pc:sldMkLst>
        <pc:spChg chg="mod">
          <ac:chgData name="张 天真" userId="9bf67b6cc4928841" providerId="LiveId" clId="{0B61FA76-E6B5-CC47-8C54-F58B8E07F83B}" dt="2019-12-16T10:31:12.941" v="1039" actId="207"/>
          <ac:spMkLst>
            <pc:docMk/>
            <pc:sldMk cId="0" sldId="329"/>
            <ac:spMk id="4099" creationId="{E4D5DDC2-118D-402B-B0C3-76A2DCA2F920}"/>
          </ac:spMkLst>
        </pc:spChg>
        <pc:spChg chg="mod">
          <ac:chgData name="张 天真" userId="9bf67b6cc4928841" providerId="LiveId" clId="{0B61FA76-E6B5-CC47-8C54-F58B8E07F83B}" dt="2019-12-16T10:31:05.839" v="1038" actId="207"/>
          <ac:spMkLst>
            <pc:docMk/>
            <pc:sldMk cId="0" sldId="329"/>
            <ac:spMk id="7170" creationId="{B2FCB5D3-93EF-4054-A372-914FC0C60B00}"/>
          </ac:spMkLst>
        </pc:spChg>
      </pc:sldChg>
      <pc:sldChg chg="addSp delSp modSp">
        <pc:chgData name="张 天真" userId="9bf67b6cc4928841" providerId="LiveId" clId="{0B61FA76-E6B5-CC47-8C54-F58B8E07F83B}" dt="2019-12-18T06:50:55.489" v="1064" actId="7634"/>
        <pc:sldMkLst>
          <pc:docMk/>
          <pc:sldMk cId="0" sldId="330"/>
        </pc:sldMkLst>
        <pc:spChg chg="mod">
          <ac:chgData name="张 天真" userId="9bf67b6cc4928841" providerId="LiveId" clId="{0B61FA76-E6B5-CC47-8C54-F58B8E07F83B}" dt="2019-12-16T10:31:18.916" v="1040" actId="207"/>
          <ac:spMkLst>
            <pc:docMk/>
            <pc:sldMk cId="0" sldId="330"/>
            <ac:spMk id="8194" creationId="{7A2A3922-2372-4DE0-BB0D-CDCD49846020}"/>
          </ac:spMkLst>
        </pc:spChg>
        <pc:spChg chg="mod">
          <ac:chgData name="张 天真" userId="9bf67b6cc4928841" providerId="LiveId" clId="{0B61FA76-E6B5-CC47-8C54-F58B8E07F83B}" dt="2019-12-16T10:31:24.547" v="1041" actId="207"/>
          <ac:spMkLst>
            <pc:docMk/>
            <pc:sldMk cId="0" sldId="330"/>
            <ac:spMk id="8195" creationId="{C4DE4FCD-97D2-4ACA-A522-81F7894C3972}"/>
          </ac:spMkLst>
        </pc:spChg>
        <pc:inkChg chg="add del">
          <ac:chgData name="张 天真" userId="9bf67b6cc4928841" providerId="LiveId" clId="{0B61FA76-E6B5-CC47-8C54-F58B8E07F83B}" dt="2019-12-18T06:50:55.489" v="1064" actId="7634"/>
          <ac:inkMkLst>
            <pc:docMk/>
            <pc:sldMk cId="0" sldId="330"/>
            <ac:inkMk id="2" creationId="{3D54AB18-7C52-3C40-A11E-2F8AA6DDD4F7}"/>
          </ac:inkMkLst>
        </pc:inkChg>
      </pc:sldChg>
      <pc:sldChg chg="addSp delSp">
        <pc:chgData name="张 天真" userId="9bf67b6cc4928841" providerId="LiveId" clId="{0B61FA76-E6B5-CC47-8C54-F58B8E07F83B}" dt="2019-12-17T08:42:28.006" v="1062" actId="7634"/>
        <pc:sldMkLst>
          <pc:docMk/>
          <pc:sldMk cId="0" sldId="331"/>
        </pc:sldMkLst>
        <pc:inkChg chg="add del">
          <ac:chgData name="张 天真" userId="9bf67b6cc4928841" providerId="LiveId" clId="{0B61FA76-E6B5-CC47-8C54-F58B8E07F83B}" dt="2019-12-17T08:42:28.006" v="1062" actId="7634"/>
          <ac:inkMkLst>
            <pc:docMk/>
            <pc:sldMk cId="0" sldId="331"/>
            <ac:inkMk id="2" creationId="{A65C532B-AB3F-3948-9C6A-1B2A1E5A6503}"/>
          </ac:inkMkLst>
        </pc:inkChg>
        <pc:inkChg chg="add del">
          <ac:chgData name="张 天真" userId="9bf67b6cc4928841" providerId="LiveId" clId="{0B61FA76-E6B5-CC47-8C54-F58B8E07F83B}" dt="2019-12-17T08:42:26.854" v="1061"/>
          <ac:inkMkLst>
            <pc:docMk/>
            <pc:sldMk cId="0" sldId="331"/>
            <ac:inkMk id="3" creationId="{47EE1032-4068-B249-A972-4973773FAC9F}"/>
          </ac:inkMkLst>
        </pc:inkChg>
      </pc:sldChg>
      <pc:sldChg chg="addSp delSp modSp">
        <pc:chgData name="张 天真" userId="9bf67b6cc4928841" providerId="LiveId" clId="{0B61FA76-E6B5-CC47-8C54-F58B8E07F83B}" dt="2019-12-16T10:32:06.236" v="1048" actId="207"/>
        <pc:sldMkLst>
          <pc:docMk/>
          <pc:sldMk cId="0" sldId="332"/>
        </pc:sldMkLst>
        <pc:spChg chg="add mod">
          <ac:chgData name="张 天真" userId="9bf67b6cc4928841" providerId="LiveId" clId="{0B61FA76-E6B5-CC47-8C54-F58B8E07F83B}" dt="2019-12-16T10:31:51.269" v="1046" actId="207"/>
          <ac:spMkLst>
            <pc:docMk/>
            <pc:sldMk cId="0" sldId="332"/>
            <ac:spMk id="9" creationId="{C9274422-0133-5D42-8E96-990A7A9F7AC6}"/>
          </ac:spMkLst>
        </pc:spChg>
        <pc:spChg chg="mod">
          <ac:chgData name="张 天真" userId="9bf67b6cc4928841" providerId="LiveId" clId="{0B61FA76-E6B5-CC47-8C54-F58B8E07F83B}" dt="2019-12-16T10:32:06.236" v="1048" actId="207"/>
          <ac:spMkLst>
            <pc:docMk/>
            <pc:sldMk cId="0" sldId="332"/>
            <ac:spMk id="4099" creationId="{1C97FACF-219E-4939-ADDA-85A786B4F926}"/>
          </ac:spMkLst>
        </pc:spChg>
        <pc:spChg chg="mod">
          <ac:chgData name="张 天真" userId="9bf67b6cc4928841" providerId="LiveId" clId="{0B61FA76-E6B5-CC47-8C54-F58B8E07F83B}" dt="2019-12-16T10:31:35.139" v="1042" actId="207"/>
          <ac:spMkLst>
            <pc:docMk/>
            <pc:sldMk cId="0" sldId="332"/>
            <ac:spMk id="10242" creationId="{BA5C6C73-7545-430D-AAEA-7B1B767B9FA5}"/>
          </ac:spMkLst>
        </pc:spChg>
        <pc:picChg chg="add mod">
          <ac:chgData name="张 天真" userId="9bf67b6cc4928841" providerId="LiveId" clId="{0B61FA76-E6B5-CC47-8C54-F58B8E07F83B}" dt="2019-12-16T10:31:46.189" v="1044" actId="207"/>
          <ac:picMkLst>
            <pc:docMk/>
            <pc:sldMk cId="0" sldId="332"/>
            <ac:picMk id="3" creationId="{64BB5C6F-6BD1-1D4D-881A-EB4BCA7D6633}"/>
          </ac:picMkLst>
        </pc:picChg>
        <pc:picChg chg="add mod">
          <ac:chgData name="张 天真" userId="9bf67b6cc4928841" providerId="LiveId" clId="{0B61FA76-E6B5-CC47-8C54-F58B8E07F83B}" dt="2019-12-16T10:31:48.305" v="1045" actId="207"/>
          <ac:picMkLst>
            <pc:docMk/>
            <pc:sldMk cId="0" sldId="332"/>
            <ac:picMk id="5" creationId="{772B3D52-045E-5C49-95D1-ACC91E4A2811}"/>
          </ac:picMkLst>
        </pc:picChg>
        <pc:picChg chg="add mod">
          <ac:chgData name="张 天真" userId="9bf67b6cc4928841" providerId="LiveId" clId="{0B61FA76-E6B5-CC47-8C54-F58B8E07F83B}" dt="2019-12-16T10:31:42.384" v="1043" actId="207"/>
          <ac:picMkLst>
            <pc:docMk/>
            <pc:sldMk cId="0" sldId="332"/>
            <ac:picMk id="7" creationId="{017FA749-EDBD-AD4E-8666-B9644DB17EC4}"/>
          </ac:picMkLst>
        </pc:picChg>
        <pc:inkChg chg="add del">
          <ac:chgData name="张 天真" userId="9bf67b6cc4928841" providerId="LiveId" clId="{0B61FA76-E6B5-CC47-8C54-F58B8E07F83B}" dt="2019-12-16T10:06:07.823" v="731" actId="478"/>
          <ac:inkMkLst>
            <pc:docMk/>
            <pc:sldMk cId="0" sldId="332"/>
            <ac:inkMk id="2" creationId="{700F557E-9961-DA46-8C54-1B67424CB8ED}"/>
          </ac:inkMkLst>
        </pc:inkChg>
      </pc:sldChg>
      <pc:sldChg chg="modSp">
        <pc:chgData name="张 天真" userId="9bf67b6cc4928841" providerId="LiveId" clId="{0B61FA76-E6B5-CC47-8C54-F58B8E07F83B}" dt="2019-12-16T10:32:12.768" v="1049" actId="207"/>
        <pc:sldMkLst>
          <pc:docMk/>
          <pc:sldMk cId="0" sldId="333"/>
        </pc:sldMkLst>
        <pc:spChg chg="mod">
          <ac:chgData name="张 天真" userId="9bf67b6cc4928841" providerId="LiveId" clId="{0B61FA76-E6B5-CC47-8C54-F58B8E07F83B}" dt="2019-12-16T10:32:12.768" v="1049" actId="207"/>
          <ac:spMkLst>
            <pc:docMk/>
            <pc:sldMk cId="0" sldId="333"/>
            <ac:spMk id="4099" creationId="{BB1B03F2-7B3F-4BA3-8046-74EA48D937D1}"/>
          </ac:spMkLst>
        </pc:spChg>
      </pc:sldChg>
      <pc:sldChg chg="addSp delSp modSp">
        <pc:chgData name="张 天真" userId="9bf67b6cc4928841" providerId="LiveId" clId="{0B61FA76-E6B5-CC47-8C54-F58B8E07F83B}" dt="2020-01-06T09:51:22.158" v="1124" actId="1076"/>
        <pc:sldMkLst>
          <pc:docMk/>
          <pc:sldMk cId="0" sldId="334"/>
        </pc:sldMkLst>
        <pc:spChg chg="add mod">
          <ac:chgData name="张 天真" userId="9bf67b6cc4928841" providerId="LiveId" clId="{0B61FA76-E6B5-CC47-8C54-F58B8E07F83B}" dt="2020-01-06T09:51:22.158" v="1124" actId="1076"/>
          <ac:spMkLst>
            <pc:docMk/>
            <pc:sldMk cId="0" sldId="334"/>
            <ac:spMk id="2" creationId="{7E90C7B7-2D74-FB4B-880A-44EB155FF7C7}"/>
          </ac:spMkLst>
        </pc:spChg>
        <pc:spChg chg="mod">
          <ac:chgData name="张 天真" userId="9bf67b6cc4928841" providerId="LiveId" clId="{0B61FA76-E6B5-CC47-8C54-F58B8E07F83B}" dt="2019-12-16T10:09:59.845" v="789" actId="207"/>
          <ac:spMkLst>
            <pc:docMk/>
            <pc:sldMk cId="0" sldId="334"/>
            <ac:spMk id="12291" creationId="{8F8F0BCC-56E4-413C-BDBA-06501592880F}"/>
          </ac:spMkLst>
        </pc:spChg>
        <pc:inkChg chg="add del">
          <ac:chgData name="张 天真" userId="9bf67b6cc4928841" providerId="LiveId" clId="{0B61FA76-E6B5-CC47-8C54-F58B8E07F83B}" dt="2019-12-18T07:33:11.619" v="1066" actId="7634"/>
          <ac:inkMkLst>
            <pc:docMk/>
            <pc:sldMk cId="0" sldId="334"/>
            <ac:inkMk id="2" creationId="{2504ADFF-95E2-AA4A-8D1D-532A0A8BFFCC}"/>
          </ac:inkMkLst>
        </pc:inkChg>
        <pc:inkChg chg="add del">
          <ac:chgData name="张 天真" userId="9bf67b6cc4928841" providerId="LiveId" clId="{0B61FA76-E6B5-CC47-8C54-F58B8E07F83B}" dt="2019-12-17T07:20:35.952" v="1059" actId="7634"/>
          <ac:inkMkLst>
            <pc:docMk/>
            <pc:sldMk cId="0" sldId="334"/>
            <ac:inkMk id="2" creationId="{D481A400-020B-7946-AB4B-ED35C59DB3EC}"/>
          </ac:inkMkLst>
        </pc:inkChg>
      </pc:sldChg>
      <pc:sldChg chg="addSp delSp">
        <pc:chgData name="张 天真" userId="9bf67b6cc4928841" providerId="LiveId" clId="{0B61FA76-E6B5-CC47-8C54-F58B8E07F83B}" dt="2019-11-28T01:50:57.642" v="526" actId="7634"/>
        <pc:sldMkLst>
          <pc:docMk/>
          <pc:sldMk cId="0" sldId="335"/>
        </pc:sldMkLst>
        <pc:inkChg chg="add del">
          <ac:chgData name="张 天真" userId="9bf67b6cc4928841" providerId="LiveId" clId="{0B61FA76-E6B5-CC47-8C54-F58B8E07F83B}" dt="2019-11-28T01:50:57.642" v="526" actId="7634"/>
          <ac:inkMkLst>
            <pc:docMk/>
            <pc:sldMk cId="0" sldId="335"/>
            <ac:inkMk id="2" creationId="{BB613354-E905-5B4B-8AE6-EF333B60BFF4}"/>
          </ac:inkMkLst>
        </pc:inkChg>
      </pc:sldChg>
      <pc:sldChg chg="modSp">
        <pc:chgData name="张 天真" userId="9bf67b6cc4928841" providerId="LiveId" clId="{0B61FA76-E6B5-CC47-8C54-F58B8E07F83B}" dt="2020-01-06T09:55:51.148" v="1152" actId="2711"/>
        <pc:sldMkLst>
          <pc:docMk/>
          <pc:sldMk cId="0" sldId="336"/>
        </pc:sldMkLst>
        <pc:spChg chg="mod">
          <ac:chgData name="张 天真" userId="9bf67b6cc4928841" providerId="LiveId" clId="{0B61FA76-E6B5-CC47-8C54-F58B8E07F83B}" dt="2020-01-06T09:55:51.148" v="1152" actId="2711"/>
          <ac:spMkLst>
            <pc:docMk/>
            <pc:sldMk cId="0" sldId="336"/>
            <ac:spMk id="18434" creationId="{09020059-ECC7-49E8-B2FE-65CB955ED620}"/>
          </ac:spMkLst>
        </pc:spChg>
      </pc:sldChg>
      <pc:sldChg chg="modSp">
        <pc:chgData name="张 天真" userId="9bf67b6cc4928841" providerId="LiveId" clId="{0B61FA76-E6B5-CC47-8C54-F58B8E07F83B}" dt="2019-10-21T15:23:06.501" v="453" actId="14100"/>
        <pc:sldMkLst>
          <pc:docMk/>
          <pc:sldMk cId="0" sldId="340"/>
        </pc:sldMkLst>
        <pc:spChg chg="mod">
          <ac:chgData name="张 天真" userId="9bf67b6cc4928841" providerId="LiveId" clId="{0B61FA76-E6B5-CC47-8C54-F58B8E07F83B}" dt="2019-10-21T15:23:06.501" v="453" actId="14100"/>
          <ac:spMkLst>
            <pc:docMk/>
            <pc:sldMk cId="0" sldId="340"/>
            <ac:spMk id="30724" creationId="{35B97373-503F-4A73-9A37-A27F8AC6A10A}"/>
          </ac:spMkLst>
        </pc:spChg>
      </pc:sldChg>
      <pc:sldChg chg="modSp">
        <pc:chgData name="张 天真" userId="9bf67b6cc4928841" providerId="LiveId" clId="{0B61FA76-E6B5-CC47-8C54-F58B8E07F83B}" dt="2019-10-25T05:10:38.011" v="487" actId="255"/>
        <pc:sldMkLst>
          <pc:docMk/>
          <pc:sldMk cId="0" sldId="343"/>
        </pc:sldMkLst>
        <pc:spChg chg="mod">
          <ac:chgData name="张 天真" userId="9bf67b6cc4928841" providerId="LiveId" clId="{0B61FA76-E6B5-CC47-8C54-F58B8E07F83B}" dt="2019-10-25T05:10:38.011" v="487" actId="255"/>
          <ac:spMkLst>
            <pc:docMk/>
            <pc:sldMk cId="0" sldId="343"/>
            <ac:spMk id="59394" creationId="{7A79F3F3-FB7D-489A-94E0-62F15C1698FA}"/>
          </ac:spMkLst>
        </pc:spChg>
      </pc:sldChg>
      <pc:sldChg chg="addSp delSp modSp">
        <pc:chgData name="张 天真" userId="9bf67b6cc4928841" providerId="LiveId" clId="{0B61FA76-E6B5-CC47-8C54-F58B8E07F83B}" dt="2019-11-19T08:09:37.566" v="504" actId="7634"/>
        <pc:sldMkLst>
          <pc:docMk/>
          <pc:sldMk cId="0" sldId="347"/>
        </pc:sldMkLst>
        <pc:spChg chg="mod">
          <ac:chgData name="张 天真" userId="9bf67b6cc4928841" providerId="LiveId" clId="{0B61FA76-E6B5-CC47-8C54-F58B8E07F83B}" dt="2019-10-20T23:38:14.665" v="258" actId="255"/>
          <ac:spMkLst>
            <pc:docMk/>
            <pc:sldMk cId="0" sldId="347"/>
            <ac:spMk id="38916" creationId="{FFC2A8D4-B3C4-4C4E-A228-102053427E93}"/>
          </ac:spMkLst>
        </pc:spChg>
        <pc:spChg chg="mod">
          <ac:chgData name="张 天真" userId="9bf67b6cc4928841" providerId="LiveId" clId="{0B61FA76-E6B5-CC47-8C54-F58B8E07F83B}" dt="2019-10-20T23:38:21.443" v="260" actId="113"/>
          <ac:spMkLst>
            <pc:docMk/>
            <pc:sldMk cId="0" sldId="347"/>
            <ac:spMk id="38917" creationId="{AA308731-5F03-497C-8EAC-362147CBF121}"/>
          </ac:spMkLst>
        </pc:spChg>
        <pc:inkChg chg="add del">
          <ac:chgData name="张 天真" userId="9bf67b6cc4928841" providerId="LiveId" clId="{0B61FA76-E6B5-CC47-8C54-F58B8E07F83B}" dt="2019-11-19T08:09:37.566" v="504" actId="7634"/>
          <ac:inkMkLst>
            <pc:docMk/>
            <pc:sldMk cId="0" sldId="347"/>
            <ac:inkMk id="2" creationId="{E6D85383-0F78-1B46-950E-118305B65874}"/>
          </ac:inkMkLst>
        </pc:inkChg>
      </pc:sldChg>
      <pc:sldChg chg="modSp del">
        <pc:chgData name="张 天真" userId="9bf67b6cc4928841" providerId="LiveId" clId="{0B61FA76-E6B5-CC47-8C54-F58B8E07F83B}" dt="2020-01-06T09:55:16.489" v="1148" actId="2696"/>
        <pc:sldMkLst>
          <pc:docMk/>
          <pc:sldMk cId="0" sldId="352"/>
        </pc:sldMkLst>
        <pc:spChg chg="mod">
          <ac:chgData name="张 天真" userId="9bf67b6cc4928841" providerId="LiveId" clId="{0B61FA76-E6B5-CC47-8C54-F58B8E07F83B}" dt="2019-12-16T10:13:41.913" v="827" actId="255"/>
          <ac:spMkLst>
            <pc:docMk/>
            <pc:sldMk cId="0" sldId="352"/>
            <ac:spMk id="20482" creationId="{A9848EC5-8C9B-48C7-9D0A-3C56CC5E98A4}"/>
          </ac:spMkLst>
        </pc:spChg>
      </pc:sldChg>
      <pc:sldChg chg="modSp">
        <pc:chgData name="张 天真" userId="9bf67b6cc4928841" providerId="LiveId" clId="{0B61FA76-E6B5-CC47-8C54-F58B8E07F83B}" dt="2020-01-06T09:55:23.945" v="1149" actId="2711"/>
        <pc:sldMkLst>
          <pc:docMk/>
          <pc:sldMk cId="0" sldId="353"/>
        </pc:sldMkLst>
        <pc:spChg chg="mod">
          <ac:chgData name="张 天真" userId="9bf67b6cc4928841" providerId="LiveId" clId="{0B61FA76-E6B5-CC47-8C54-F58B8E07F83B}" dt="2020-01-06T09:55:23.945" v="1149" actId="2711"/>
          <ac:spMkLst>
            <pc:docMk/>
            <pc:sldMk cId="0" sldId="353"/>
            <ac:spMk id="18434" creationId="{41B6E334-05C4-41F6-8495-A6FC76A06968}"/>
          </ac:spMkLst>
        </pc:spChg>
      </pc:sldChg>
      <pc:sldChg chg="modSp">
        <pc:chgData name="张 天真" userId="9bf67b6cc4928841" providerId="LiveId" clId="{0B61FA76-E6B5-CC47-8C54-F58B8E07F83B}" dt="2020-01-06T09:56:01.579" v="1153" actId="2711"/>
        <pc:sldMkLst>
          <pc:docMk/>
          <pc:sldMk cId="0" sldId="354"/>
        </pc:sldMkLst>
        <pc:spChg chg="mod">
          <ac:chgData name="张 天真" userId="9bf67b6cc4928841" providerId="LiveId" clId="{0B61FA76-E6B5-CC47-8C54-F58B8E07F83B}" dt="2020-01-06T09:56:01.579" v="1153" actId="2711"/>
          <ac:spMkLst>
            <pc:docMk/>
            <pc:sldMk cId="0" sldId="354"/>
            <ac:spMk id="18434" creationId="{40598862-63D8-4222-86D1-F35957EA92CC}"/>
          </ac:spMkLst>
        </pc:spChg>
      </pc:sldChg>
      <pc:sldChg chg="delSp modSp">
        <pc:chgData name="张 天真" userId="9bf67b6cc4928841" providerId="LiveId" clId="{0B61FA76-E6B5-CC47-8C54-F58B8E07F83B}" dt="2019-10-21T03:10:24.467" v="387" actId="1076"/>
        <pc:sldMkLst>
          <pc:docMk/>
          <pc:sldMk cId="0" sldId="357"/>
        </pc:sldMkLst>
        <pc:spChg chg="mod">
          <ac:chgData name="张 天真" userId="9bf67b6cc4928841" providerId="LiveId" clId="{0B61FA76-E6B5-CC47-8C54-F58B8E07F83B}" dt="2019-10-21T03:10:24.467" v="387" actId="1076"/>
          <ac:spMkLst>
            <pc:docMk/>
            <pc:sldMk cId="0" sldId="357"/>
            <ac:spMk id="31748" creationId="{038F0E2C-8D67-4535-BF8D-E9DFD2D9E4B0}"/>
          </ac:spMkLst>
        </pc:spChg>
        <pc:spChg chg="mod">
          <ac:chgData name="张 天真" userId="9bf67b6cc4928841" providerId="LiveId" clId="{0B61FA76-E6B5-CC47-8C54-F58B8E07F83B}" dt="2019-10-20T23:39:20.803" v="293" actId="20577"/>
          <ac:spMkLst>
            <pc:docMk/>
            <pc:sldMk cId="0" sldId="357"/>
            <ac:spMk id="40963" creationId="{41B30247-8F21-4F18-9163-75EEA366344F}"/>
          </ac:spMkLst>
        </pc:spChg>
        <pc:spChg chg="del mod">
          <ac:chgData name="张 天真" userId="9bf67b6cc4928841" providerId="LiveId" clId="{0B61FA76-E6B5-CC47-8C54-F58B8E07F83B}" dt="2019-10-21T03:10:21.962" v="386" actId="478"/>
          <ac:spMkLst>
            <pc:docMk/>
            <pc:sldMk cId="0" sldId="357"/>
            <ac:spMk id="40965" creationId="{E168AC44-92D1-4F8F-ACEB-F43B06524317}"/>
          </ac:spMkLst>
        </pc:spChg>
      </pc:sldChg>
      <pc:sldChg chg="modSp">
        <pc:chgData name="张 天真" userId="9bf67b6cc4928841" providerId="LiveId" clId="{0B61FA76-E6B5-CC47-8C54-F58B8E07F83B}" dt="2019-10-20T23:54:52.371" v="341" actId="1076"/>
        <pc:sldMkLst>
          <pc:docMk/>
          <pc:sldMk cId="0" sldId="359"/>
        </pc:sldMkLst>
        <pc:spChg chg="mod">
          <ac:chgData name="张 天真" userId="9bf67b6cc4928841" providerId="LiveId" clId="{0B61FA76-E6B5-CC47-8C54-F58B8E07F83B}" dt="2019-10-20T23:54:52.371" v="341" actId="1076"/>
          <ac:spMkLst>
            <pc:docMk/>
            <pc:sldMk cId="0" sldId="359"/>
            <ac:spMk id="2" creationId="{09E9121C-351F-452B-8F75-D9364B889DED}"/>
          </ac:spMkLst>
        </pc:spChg>
      </pc:sldChg>
      <pc:sldChg chg="modSp">
        <pc:chgData name="张 天真" userId="9bf67b6cc4928841" providerId="LiveId" clId="{0B61FA76-E6B5-CC47-8C54-F58B8E07F83B}" dt="2020-01-06T09:57:11.583" v="1177" actId="2711"/>
        <pc:sldMkLst>
          <pc:docMk/>
          <pc:sldMk cId="0" sldId="360"/>
        </pc:sldMkLst>
        <pc:spChg chg="mod">
          <ac:chgData name="张 天真" userId="9bf67b6cc4928841" providerId="LiveId" clId="{0B61FA76-E6B5-CC47-8C54-F58B8E07F83B}" dt="2020-01-06T09:57:11.583" v="1177" actId="2711"/>
          <ac:spMkLst>
            <pc:docMk/>
            <pc:sldMk cId="0" sldId="360"/>
            <ac:spMk id="2" creationId="{27F3B227-EA85-4166-98FA-C351DA89E70B}"/>
          </ac:spMkLst>
        </pc:spChg>
        <pc:spChg chg="mod">
          <ac:chgData name="张 天真" userId="9bf67b6cc4928841" providerId="LiveId" clId="{0B61FA76-E6B5-CC47-8C54-F58B8E07F83B}" dt="2020-01-06T09:57:06.214" v="1176" actId="2711"/>
          <ac:spMkLst>
            <pc:docMk/>
            <pc:sldMk cId="0" sldId="360"/>
            <ac:spMk id="22530" creationId="{302BC663-5472-4CEF-A7E2-91BB183B18F5}"/>
          </ac:spMkLst>
        </pc:spChg>
      </pc:sldChg>
      <pc:sldChg chg="addSp delSp modSp del">
        <pc:chgData name="张 天真" userId="9bf67b6cc4928841" providerId="LiveId" clId="{0B61FA76-E6B5-CC47-8C54-F58B8E07F83B}" dt="2020-01-06T09:59:18.930" v="1207" actId="2696"/>
        <pc:sldMkLst>
          <pc:docMk/>
          <pc:sldMk cId="0" sldId="361"/>
        </pc:sldMkLst>
        <pc:spChg chg="add mod">
          <ac:chgData name="张 天真" userId="9bf67b6cc4928841" providerId="LiveId" clId="{0B61FA76-E6B5-CC47-8C54-F58B8E07F83B}" dt="2019-12-16T10:22:06.588" v="947" actId="20577"/>
          <ac:spMkLst>
            <pc:docMk/>
            <pc:sldMk cId="0" sldId="361"/>
            <ac:spMk id="2" creationId="{F869890A-7DC6-2E43-B031-ECC1630A8751}"/>
          </ac:spMkLst>
        </pc:spChg>
        <pc:spChg chg="add del">
          <ac:chgData name="张 天真" userId="9bf67b6cc4928841" providerId="LiveId" clId="{0B61FA76-E6B5-CC47-8C54-F58B8E07F83B}" dt="2019-10-20T23:33:15.766" v="107" actId="22"/>
          <ac:spMkLst>
            <pc:docMk/>
            <pc:sldMk cId="0" sldId="361"/>
            <ac:spMk id="3" creationId="{F6A15D94-889E-FB4C-AF28-4AED669F1380}"/>
          </ac:spMkLst>
        </pc:spChg>
        <pc:spChg chg="add del mod">
          <ac:chgData name="张 天真" userId="9bf67b6cc4928841" providerId="LiveId" clId="{0B61FA76-E6B5-CC47-8C54-F58B8E07F83B}" dt="2020-01-06T09:59:15.311" v="1206" actId="478"/>
          <ac:spMkLst>
            <pc:docMk/>
            <pc:sldMk cId="0" sldId="361"/>
            <ac:spMk id="4" creationId="{0A408416-B6D4-394A-8FB8-E2344735076F}"/>
          </ac:spMkLst>
        </pc:spChg>
        <pc:spChg chg="del">
          <ac:chgData name="张 天真" userId="9bf67b6cc4928841" providerId="LiveId" clId="{0B61FA76-E6B5-CC47-8C54-F58B8E07F83B}" dt="2019-10-20T23:32:59.281" v="102" actId="478"/>
          <ac:spMkLst>
            <pc:docMk/>
            <pc:sldMk cId="0" sldId="361"/>
            <ac:spMk id="23554" creationId="{354C9604-96F8-4DCD-B561-BAB39C9F68BE}"/>
          </ac:spMkLst>
        </pc:spChg>
        <pc:spChg chg="del">
          <ac:chgData name="张 天真" userId="9bf67b6cc4928841" providerId="LiveId" clId="{0B61FA76-E6B5-CC47-8C54-F58B8E07F83B}" dt="2019-10-20T23:33:05.205" v="104" actId="478"/>
          <ac:spMkLst>
            <pc:docMk/>
            <pc:sldMk cId="0" sldId="361"/>
            <ac:spMk id="27651" creationId="{B6E4D73E-8051-4C82-BDD8-897398CCBFE0}"/>
          </ac:spMkLst>
        </pc:spChg>
        <pc:spChg chg="mod">
          <ac:chgData name="张 天真" userId="9bf67b6cc4928841" providerId="LiveId" clId="{0B61FA76-E6B5-CC47-8C54-F58B8E07F83B}" dt="2019-12-16T10:21:19.611" v="926" actId="207"/>
          <ac:spMkLst>
            <pc:docMk/>
            <pc:sldMk cId="0" sldId="361"/>
            <ac:spMk id="27652" creationId="{40E697A5-D7C5-4516-B8C4-19C254618C43}"/>
          </ac:spMkLst>
        </pc:spChg>
        <pc:spChg chg="mod">
          <ac:chgData name="张 天真" userId="9bf67b6cc4928841" providerId="LiveId" clId="{0B61FA76-E6B5-CC47-8C54-F58B8E07F83B}" dt="2019-12-16T10:22:24.621" v="957" actId="207"/>
          <ac:spMkLst>
            <pc:docMk/>
            <pc:sldMk cId="0" sldId="361"/>
            <ac:spMk id="27653" creationId="{645D3674-B9F8-45F9-95AE-63A6CDC50192}"/>
          </ac:spMkLst>
        </pc:spChg>
        <pc:inkChg chg="add del">
          <ac:chgData name="张 天真" userId="9bf67b6cc4928841" providerId="LiveId" clId="{0B61FA76-E6B5-CC47-8C54-F58B8E07F83B}" dt="2019-10-24T06:15:51.170" v="459" actId="7634"/>
          <ac:inkMkLst>
            <pc:docMk/>
            <pc:sldMk cId="0" sldId="361"/>
            <ac:inkMk id="3" creationId="{8D13986B-95A2-6A41-A06B-BF1B8F9C4DCA}"/>
          </ac:inkMkLst>
        </pc:inkChg>
      </pc:sldChg>
      <pc:sldChg chg="modSp">
        <pc:chgData name="张 天真" userId="9bf67b6cc4928841" providerId="LiveId" clId="{0B61FA76-E6B5-CC47-8C54-F58B8E07F83B}" dt="2019-10-25T05:10:43.815" v="489" actId="255"/>
        <pc:sldMkLst>
          <pc:docMk/>
          <pc:sldMk cId="0" sldId="373"/>
        </pc:sldMkLst>
        <pc:spChg chg="mod">
          <ac:chgData name="张 天真" userId="9bf67b6cc4928841" providerId="LiveId" clId="{0B61FA76-E6B5-CC47-8C54-F58B8E07F83B}" dt="2019-10-25T05:10:43.815" v="489" actId="255"/>
          <ac:spMkLst>
            <pc:docMk/>
            <pc:sldMk cId="0" sldId="373"/>
            <ac:spMk id="61442" creationId="{B032F55C-6B24-4066-85EB-8F9E9174BA0B}"/>
          </ac:spMkLst>
        </pc:spChg>
      </pc:sldChg>
      <pc:sldChg chg="addSp delSp">
        <pc:chgData name="张 天真" userId="9bf67b6cc4928841" providerId="LiveId" clId="{0B61FA76-E6B5-CC47-8C54-F58B8E07F83B}" dt="2019-11-22T07:51:12.308" v="516" actId="7634"/>
        <pc:sldMkLst>
          <pc:docMk/>
          <pc:sldMk cId="0" sldId="374"/>
        </pc:sldMkLst>
        <pc:inkChg chg="add del">
          <ac:chgData name="张 天真" userId="9bf67b6cc4928841" providerId="LiveId" clId="{0B61FA76-E6B5-CC47-8C54-F58B8E07F83B}" dt="2019-11-22T07:26:50.385" v="514" actId="7634"/>
          <ac:inkMkLst>
            <pc:docMk/>
            <pc:sldMk cId="0" sldId="374"/>
            <ac:inkMk id="2" creationId="{D94546F3-7C75-0744-AB9C-3FA8CB9D5941}"/>
          </ac:inkMkLst>
        </pc:inkChg>
        <pc:inkChg chg="add del">
          <ac:chgData name="张 天真" userId="9bf67b6cc4928841" providerId="LiveId" clId="{0B61FA76-E6B5-CC47-8C54-F58B8E07F83B}" dt="2019-11-22T07:26:50.350" v="513" actId="7634"/>
          <ac:inkMkLst>
            <pc:docMk/>
            <pc:sldMk cId="0" sldId="374"/>
            <ac:inkMk id="3" creationId="{8CD5D988-44E6-0144-AEE8-ECB54B2F3DA2}"/>
          </ac:inkMkLst>
        </pc:inkChg>
        <pc:inkChg chg="add del">
          <ac:chgData name="张 天真" userId="9bf67b6cc4928841" providerId="LiveId" clId="{0B61FA76-E6B5-CC47-8C54-F58B8E07F83B}" dt="2019-11-22T07:51:12.308" v="516" actId="7634"/>
          <ac:inkMkLst>
            <pc:docMk/>
            <pc:sldMk cId="0" sldId="374"/>
            <ac:inkMk id="4" creationId="{B0A3B241-A0DC-654C-BF8D-F7D4C037CA81}"/>
          </ac:inkMkLst>
        </pc:inkChg>
      </pc:sldChg>
      <pc:sldChg chg="modSp">
        <pc:chgData name="张 天真" userId="9bf67b6cc4928841" providerId="LiveId" clId="{0B61FA76-E6B5-CC47-8C54-F58B8E07F83B}" dt="2019-10-25T05:10:46.575" v="490" actId="255"/>
        <pc:sldMkLst>
          <pc:docMk/>
          <pc:sldMk cId="0" sldId="376"/>
        </pc:sldMkLst>
        <pc:spChg chg="mod">
          <ac:chgData name="张 天真" userId="9bf67b6cc4928841" providerId="LiveId" clId="{0B61FA76-E6B5-CC47-8C54-F58B8E07F83B}" dt="2019-10-25T05:10:46.575" v="490" actId="255"/>
          <ac:spMkLst>
            <pc:docMk/>
            <pc:sldMk cId="0" sldId="376"/>
            <ac:spMk id="62466" creationId="{A1983C2B-689A-4096-8DA6-BEC390D7762E}"/>
          </ac:spMkLst>
        </pc:spChg>
      </pc:sldChg>
      <pc:sldChg chg="modSp">
        <pc:chgData name="张 天真" userId="9bf67b6cc4928841" providerId="LiveId" clId="{0B61FA76-E6B5-CC47-8C54-F58B8E07F83B}" dt="2019-10-25T05:10:50.552" v="491" actId="255"/>
        <pc:sldMkLst>
          <pc:docMk/>
          <pc:sldMk cId="0" sldId="377"/>
        </pc:sldMkLst>
        <pc:spChg chg="mod">
          <ac:chgData name="张 天真" userId="9bf67b6cc4928841" providerId="LiveId" clId="{0B61FA76-E6B5-CC47-8C54-F58B8E07F83B}" dt="2019-10-25T05:10:50.552" v="491" actId="255"/>
          <ac:spMkLst>
            <pc:docMk/>
            <pc:sldMk cId="0" sldId="377"/>
            <ac:spMk id="63490" creationId="{4EA2A524-0DBE-4082-86F7-354EDAB65206}"/>
          </ac:spMkLst>
        </pc:spChg>
      </pc:sldChg>
      <pc:sldChg chg="modSp">
        <pc:chgData name="张 天真" userId="9bf67b6cc4928841" providerId="LiveId" clId="{0B61FA76-E6B5-CC47-8C54-F58B8E07F83B}" dt="2019-10-25T05:10:53.487" v="492" actId="255"/>
        <pc:sldMkLst>
          <pc:docMk/>
          <pc:sldMk cId="0" sldId="379"/>
        </pc:sldMkLst>
        <pc:spChg chg="mod">
          <ac:chgData name="张 天真" userId="9bf67b6cc4928841" providerId="LiveId" clId="{0B61FA76-E6B5-CC47-8C54-F58B8E07F83B}" dt="2019-10-25T05:10:53.487" v="492" actId="255"/>
          <ac:spMkLst>
            <pc:docMk/>
            <pc:sldMk cId="0" sldId="379"/>
            <ac:spMk id="64514" creationId="{E955365F-7BD9-4990-A4DD-D0D4359F996F}"/>
          </ac:spMkLst>
        </pc:spChg>
      </pc:sldChg>
      <pc:sldChg chg="modSp">
        <pc:chgData name="张 天真" userId="9bf67b6cc4928841" providerId="LiveId" clId="{0B61FA76-E6B5-CC47-8C54-F58B8E07F83B}" dt="2020-01-06T09:55:34.547" v="1150" actId="2711"/>
        <pc:sldMkLst>
          <pc:docMk/>
          <pc:sldMk cId="0" sldId="380"/>
        </pc:sldMkLst>
        <pc:spChg chg="mod">
          <ac:chgData name="张 天真" userId="9bf67b6cc4928841" providerId="LiveId" clId="{0B61FA76-E6B5-CC47-8C54-F58B8E07F83B}" dt="2020-01-06T09:55:34.547" v="1150" actId="2711"/>
          <ac:spMkLst>
            <pc:docMk/>
            <pc:sldMk cId="0" sldId="380"/>
            <ac:spMk id="18434" creationId="{D7F0E898-A5B5-40E4-82DD-2D2837EE4ADD}"/>
          </ac:spMkLst>
        </pc:spChg>
      </pc:sldChg>
      <pc:sldChg chg="modSp">
        <pc:chgData name="张 天真" userId="9bf67b6cc4928841" providerId="LiveId" clId="{0B61FA76-E6B5-CC47-8C54-F58B8E07F83B}" dt="2019-12-16T10:14:20.502" v="834" actId="207"/>
        <pc:sldMkLst>
          <pc:docMk/>
          <pc:sldMk cId="0" sldId="381"/>
        </pc:sldMkLst>
        <pc:spChg chg="mod">
          <ac:chgData name="张 天真" userId="9bf67b6cc4928841" providerId="LiveId" clId="{0B61FA76-E6B5-CC47-8C54-F58B8E07F83B}" dt="2019-12-16T10:14:20.502" v="834" actId="207"/>
          <ac:spMkLst>
            <pc:docMk/>
            <pc:sldMk cId="0" sldId="381"/>
            <ac:spMk id="22530" creationId="{3D5B65D8-4BFA-4ED8-ABC2-88EEAB019FD3}"/>
          </ac:spMkLst>
        </pc:spChg>
      </pc:sldChg>
      <pc:sldChg chg="addSp delSp modSp">
        <pc:chgData name="张 天真" userId="9bf67b6cc4928841" providerId="LiveId" clId="{0B61FA76-E6B5-CC47-8C54-F58B8E07F83B}" dt="2020-01-06T10:02:44.417" v="1473" actId="20577"/>
        <pc:sldMkLst>
          <pc:docMk/>
          <pc:sldMk cId="0" sldId="382"/>
        </pc:sldMkLst>
        <pc:spChg chg="mod">
          <ac:chgData name="张 天真" userId="9bf67b6cc4928841" providerId="LiveId" clId="{0B61FA76-E6B5-CC47-8C54-F58B8E07F83B}" dt="2020-01-06T10:02:44.417" v="1473" actId="20577"/>
          <ac:spMkLst>
            <pc:docMk/>
            <pc:sldMk cId="0" sldId="382"/>
            <ac:spMk id="2" creationId="{9DE43019-760C-4B32-8990-A0679560F68B}"/>
          </ac:spMkLst>
        </pc:spChg>
        <pc:spChg chg="mod">
          <ac:chgData name="张 天真" userId="9bf67b6cc4928841" providerId="LiveId" clId="{0B61FA76-E6B5-CC47-8C54-F58B8E07F83B}" dt="2020-01-06T09:59:30.236" v="1209" actId="2711"/>
          <ac:spMkLst>
            <pc:docMk/>
            <pc:sldMk cId="0" sldId="382"/>
            <ac:spMk id="22530" creationId="{237AD912-FE16-4010-87AE-73F46FD6B055}"/>
          </ac:spMkLst>
        </pc:spChg>
        <pc:inkChg chg="add del">
          <ac:chgData name="张 天真" userId="9bf67b6cc4928841" providerId="LiveId" clId="{0B61FA76-E6B5-CC47-8C54-F58B8E07F83B}" dt="2019-10-24T06:15:51.170" v="459" actId="7634"/>
          <ac:inkMkLst>
            <pc:docMk/>
            <pc:sldMk cId="0" sldId="382"/>
            <ac:inkMk id="3" creationId="{39D28DB5-2564-4B41-9502-3605B32F7BF3}"/>
          </ac:inkMkLst>
        </pc:inkChg>
      </pc:sldChg>
      <pc:sldChg chg="addSp delSp modSp del">
        <pc:chgData name="张 天真" userId="9bf67b6cc4928841" providerId="LiveId" clId="{0B61FA76-E6B5-CC47-8C54-F58B8E07F83B}" dt="2020-01-06T10:03:52.084" v="1555" actId="2696"/>
        <pc:sldMkLst>
          <pc:docMk/>
          <pc:sldMk cId="0" sldId="383"/>
        </pc:sldMkLst>
        <pc:spChg chg="mod">
          <ac:chgData name="张 天真" userId="9bf67b6cc4928841" providerId="LiveId" clId="{0B61FA76-E6B5-CC47-8C54-F58B8E07F83B}" dt="2019-12-16T10:22:52.266" v="962" actId="207"/>
          <ac:spMkLst>
            <pc:docMk/>
            <pc:sldMk cId="0" sldId="383"/>
            <ac:spMk id="2" creationId="{1DC49775-0705-4B35-B256-F6DA17830798}"/>
          </ac:spMkLst>
        </pc:spChg>
        <pc:spChg chg="mod">
          <ac:chgData name="张 天真" userId="9bf67b6cc4928841" providerId="LiveId" clId="{0B61FA76-E6B5-CC47-8C54-F58B8E07F83B}" dt="2019-12-16T10:22:55.407" v="963" actId="207"/>
          <ac:spMkLst>
            <pc:docMk/>
            <pc:sldMk cId="0" sldId="383"/>
            <ac:spMk id="22530" creationId="{675F0D75-F1EB-44F5-9FD7-CCB159051A08}"/>
          </ac:spMkLst>
        </pc:spChg>
        <pc:inkChg chg="add del">
          <ac:chgData name="张 天真" userId="9bf67b6cc4928841" providerId="LiveId" clId="{0B61FA76-E6B5-CC47-8C54-F58B8E07F83B}" dt="2019-11-26T06:50:19.660" v="520" actId="7634"/>
          <ac:inkMkLst>
            <pc:docMk/>
            <pc:sldMk cId="0" sldId="383"/>
            <ac:inkMk id="3" creationId="{0545704A-BF6D-5740-82CC-E899D0923D29}"/>
          </ac:inkMkLst>
        </pc:inkChg>
        <pc:inkChg chg="add del">
          <ac:chgData name="张 天真" userId="9bf67b6cc4928841" providerId="LiveId" clId="{0B61FA76-E6B5-CC47-8C54-F58B8E07F83B}" dt="2019-10-24T06:15:51.170" v="459" actId="7634"/>
          <ac:inkMkLst>
            <pc:docMk/>
            <pc:sldMk cId="0" sldId="383"/>
            <ac:inkMk id="3" creationId="{44F2E30D-AC1D-A049-B6A2-B95599F9FBCE}"/>
          </ac:inkMkLst>
        </pc:inkChg>
      </pc:sldChg>
      <pc:sldChg chg="addSp delSp modSp">
        <pc:chgData name="张 天真" userId="9bf67b6cc4928841" providerId="LiveId" clId="{0B61FA76-E6B5-CC47-8C54-F58B8E07F83B}" dt="2020-01-06T10:05:11.500" v="1628" actId="2711"/>
        <pc:sldMkLst>
          <pc:docMk/>
          <pc:sldMk cId="0" sldId="384"/>
        </pc:sldMkLst>
        <pc:spChg chg="mod">
          <ac:chgData name="张 天真" userId="9bf67b6cc4928841" providerId="LiveId" clId="{0B61FA76-E6B5-CC47-8C54-F58B8E07F83B}" dt="2019-12-16T10:24:54.524" v="992" actId="207"/>
          <ac:spMkLst>
            <pc:docMk/>
            <pc:sldMk cId="0" sldId="384"/>
            <ac:spMk id="2" creationId="{22146221-B2B1-428B-9734-3C25C06C5A3F}"/>
          </ac:spMkLst>
        </pc:spChg>
        <pc:spChg chg="mod">
          <ac:chgData name="张 天真" userId="9bf67b6cc4928841" providerId="LiveId" clId="{0B61FA76-E6B5-CC47-8C54-F58B8E07F83B}" dt="2019-12-16T10:25:32.853" v="997" actId="207"/>
          <ac:spMkLst>
            <pc:docMk/>
            <pc:sldMk cId="0" sldId="384"/>
            <ac:spMk id="3" creationId="{AEAC19F0-10FF-47E9-A02F-911ED090FB46}"/>
          </ac:spMkLst>
        </pc:spChg>
        <pc:spChg chg="mod">
          <ac:chgData name="张 天真" userId="9bf67b6cc4928841" providerId="LiveId" clId="{0B61FA76-E6B5-CC47-8C54-F58B8E07F83B}" dt="2020-01-06T10:05:11.500" v="1628" actId="2711"/>
          <ac:spMkLst>
            <pc:docMk/>
            <pc:sldMk cId="0" sldId="384"/>
            <ac:spMk id="26627" creationId="{8F4CCF2E-6DF5-4899-B5F3-479F343EA864}"/>
          </ac:spMkLst>
        </pc:spChg>
        <pc:spChg chg="mod">
          <ac:chgData name="张 天真" userId="9bf67b6cc4928841" providerId="LiveId" clId="{0B61FA76-E6B5-CC47-8C54-F58B8E07F83B}" dt="2020-01-06T10:05:01.128" v="1626" actId="2711"/>
          <ac:spMkLst>
            <pc:docMk/>
            <pc:sldMk cId="0" sldId="384"/>
            <ac:spMk id="29700" creationId="{C95A0CE2-7684-4DC5-BFE2-A85C304377F8}"/>
          </ac:spMkLst>
        </pc:spChg>
        <pc:spChg chg="mod">
          <ac:chgData name="张 天真" userId="9bf67b6cc4928841" providerId="LiveId" clId="{0B61FA76-E6B5-CC47-8C54-F58B8E07F83B}" dt="2019-10-21T15:22:12.985" v="442" actId="1076"/>
          <ac:spMkLst>
            <pc:docMk/>
            <pc:sldMk cId="0" sldId="384"/>
            <ac:spMk id="31747" creationId="{77232BDC-DF4D-49D5-BE82-A4FC72F0EE51}"/>
          </ac:spMkLst>
        </pc:spChg>
        <pc:cxnChg chg="add del">
          <ac:chgData name="张 天真" userId="9bf67b6cc4928841" providerId="LiveId" clId="{0B61FA76-E6B5-CC47-8C54-F58B8E07F83B}" dt="2019-12-16T10:24:40.858" v="990" actId="22"/>
          <ac:cxnSpMkLst>
            <pc:docMk/>
            <pc:sldMk cId="0" sldId="384"/>
            <ac:cxnSpMk id="4" creationId="{785B163B-D631-6648-A4DF-C44072DD46AC}"/>
          </ac:cxnSpMkLst>
        </pc:cxnChg>
      </pc:sldChg>
      <pc:sldChg chg="modSp">
        <pc:chgData name="张 天真" userId="9bf67b6cc4928841" providerId="LiveId" clId="{0B61FA76-E6B5-CC47-8C54-F58B8E07F83B}" dt="2020-01-06T10:06:05.619" v="1642" actId="255"/>
        <pc:sldMkLst>
          <pc:docMk/>
          <pc:sldMk cId="0" sldId="385"/>
        </pc:sldMkLst>
        <pc:spChg chg="mod">
          <ac:chgData name="张 天真" userId="9bf67b6cc4928841" providerId="LiveId" clId="{0B61FA76-E6B5-CC47-8C54-F58B8E07F83B}" dt="2020-01-06T10:05:56.619" v="1639" actId="207"/>
          <ac:spMkLst>
            <pc:docMk/>
            <pc:sldMk cId="0" sldId="385"/>
            <ac:spMk id="26627" creationId="{264EDB9C-D7E6-48E3-81D2-61AD34F0941B}"/>
          </ac:spMkLst>
        </pc:spChg>
        <pc:spChg chg="mod">
          <ac:chgData name="张 天真" userId="9bf67b6cc4928841" providerId="LiveId" clId="{0B61FA76-E6B5-CC47-8C54-F58B8E07F83B}" dt="2020-01-06T10:06:05.619" v="1642" actId="255"/>
          <ac:spMkLst>
            <pc:docMk/>
            <pc:sldMk cId="0" sldId="385"/>
            <ac:spMk id="34819" creationId="{D1843A6F-C5C0-4738-9E3D-EE52297A2D35}"/>
          </ac:spMkLst>
        </pc:spChg>
        <pc:spChg chg="mod">
          <ac:chgData name="张 天真" userId="9bf67b6cc4928841" providerId="LiveId" clId="{0B61FA76-E6B5-CC47-8C54-F58B8E07F83B}" dt="2019-10-21T15:22:40.245" v="448" actId="255"/>
          <ac:spMkLst>
            <pc:docMk/>
            <pc:sldMk cId="0" sldId="385"/>
            <ac:spMk id="34820" creationId="{3504AA68-489E-4B5E-9B45-8B68A9F2F4C4}"/>
          </ac:spMkLst>
        </pc:spChg>
      </pc:sldChg>
      <pc:sldChg chg="addSp delSp modSp">
        <pc:chgData name="张 天真" userId="9bf67b6cc4928841" providerId="LiveId" clId="{0B61FA76-E6B5-CC47-8C54-F58B8E07F83B}" dt="2020-01-06T10:05:49.232" v="1637" actId="2711"/>
        <pc:sldMkLst>
          <pc:docMk/>
          <pc:sldMk cId="0" sldId="386"/>
        </pc:sldMkLst>
        <pc:spChg chg="mod">
          <ac:chgData name="张 天真" userId="9bf67b6cc4928841" providerId="LiveId" clId="{0B61FA76-E6B5-CC47-8C54-F58B8E07F83B}" dt="2019-12-16T10:26:45.553" v="1017" actId="207"/>
          <ac:spMkLst>
            <pc:docMk/>
            <pc:sldMk cId="0" sldId="386"/>
            <ac:spMk id="26627" creationId="{4C396F45-71BB-4181-BDBF-EABF29629C07}"/>
          </ac:spMkLst>
        </pc:spChg>
        <pc:spChg chg="mod">
          <ac:chgData name="张 天真" userId="9bf67b6cc4928841" providerId="LiveId" clId="{0B61FA76-E6B5-CC47-8C54-F58B8E07F83B}" dt="2020-01-06T10:05:43.495" v="1635" actId="2711"/>
          <ac:spMkLst>
            <pc:docMk/>
            <pc:sldMk cId="0" sldId="386"/>
            <ac:spMk id="29699" creationId="{AA867016-AA36-4E28-A360-AFBE133BC722}"/>
          </ac:spMkLst>
        </pc:spChg>
        <pc:spChg chg="mod">
          <ac:chgData name="张 天真" userId="9bf67b6cc4928841" providerId="LiveId" clId="{0B61FA76-E6B5-CC47-8C54-F58B8E07F83B}" dt="2020-01-06T10:05:49.232" v="1637" actId="2711"/>
          <ac:spMkLst>
            <pc:docMk/>
            <pc:sldMk cId="0" sldId="386"/>
            <ac:spMk id="29700" creationId="{B47FD6CE-F1DD-4E1C-8DC5-54AC968465E3}"/>
          </ac:spMkLst>
        </pc:spChg>
        <pc:inkChg chg="add del">
          <ac:chgData name="张 天真" userId="9bf67b6cc4928841" providerId="LiveId" clId="{0B61FA76-E6B5-CC47-8C54-F58B8E07F83B}" dt="2019-11-26T08:00:44.517" v="522" actId="7634"/>
          <ac:inkMkLst>
            <pc:docMk/>
            <pc:sldMk cId="0" sldId="386"/>
            <ac:inkMk id="3" creationId="{15C26572-E9A4-0548-8C72-787E62CEDBBD}"/>
          </ac:inkMkLst>
        </pc:inkChg>
      </pc:sldChg>
      <pc:sldChg chg="addSp delSp modSp">
        <pc:chgData name="张 天真" userId="9bf67b6cc4928841" providerId="LiveId" clId="{0B61FA76-E6B5-CC47-8C54-F58B8E07F83B}" dt="2020-01-07T06:39:37.419" v="1828" actId="7634"/>
        <pc:sldMkLst>
          <pc:docMk/>
          <pc:sldMk cId="0" sldId="387"/>
        </pc:sldMkLst>
        <pc:spChg chg="mod">
          <ac:chgData name="张 天真" userId="9bf67b6cc4928841" providerId="LiveId" clId="{0B61FA76-E6B5-CC47-8C54-F58B8E07F83B}" dt="2020-01-06T10:05:23.990" v="1629" actId="2711"/>
          <ac:spMkLst>
            <pc:docMk/>
            <pc:sldMk cId="0" sldId="387"/>
            <ac:spMk id="26627" creationId="{E8DC6A90-758E-4B2C-9E2B-B4C0FB341E00}"/>
          </ac:spMkLst>
        </pc:spChg>
        <pc:spChg chg="mod">
          <ac:chgData name="张 天真" userId="9bf67b6cc4928841" providerId="LiveId" clId="{0B61FA76-E6B5-CC47-8C54-F58B8E07F83B}" dt="2020-01-06T10:05:32.680" v="1631" actId="2711"/>
          <ac:spMkLst>
            <pc:docMk/>
            <pc:sldMk cId="0" sldId="387"/>
            <ac:spMk id="29700" creationId="{860A0781-6F85-433E-B30C-A65161097856}"/>
          </ac:spMkLst>
        </pc:spChg>
        <pc:spChg chg="mod">
          <ac:chgData name="张 天真" userId="9bf67b6cc4928841" providerId="LiveId" clId="{0B61FA76-E6B5-CC47-8C54-F58B8E07F83B}" dt="2020-01-06T10:05:27.962" v="1630" actId="2711"/>
          <ac:spMkLst>
            <pc:docMk/>
            <pc:sldMk cId="0" sldId="387"/>
            <ac:spMk id="32771" creationId="{7D956830-AAAA-4C8D-9699-6003CED0D95A}"/>
          </ac:spMkLst>
        </pc:spChg>
        <pc:inkChg chg="add del">
          <ac:chgData name="张 天真" userId="9bf67b6cc4928841" providerId="LiveId" clId="{0B61FA76-E6B5-CC47-8C54-F58B8E07F83B}" dt="2019-11-19T07:05:38.634" v="502" actId="7634"/>
          <ac:inkMkLst>
            <pc:docMk/>
            <pc:sldMk cId="0" sldId="387"/>
            <ac:inkMk id="2" creationId="{6DA3397B-2632-D846-8CE5-8C6454C71A9D}"/>
          </ac:inkMkLst>
        </pc:inkChg>
        <pc:inkChg chg="add del">
          <ac:chgData name="张 天真" userId="9bf67b6cc4928841" providerId="LiveId" clId="{0B61FA76-E6B5-CC47-8C54-F58B8E07F83B}" dt="2020-01-07T06:39:37.419" v="1828" actId="7634"/>
          <ac:inkMkLst>
            <pc:docMk/>
            <pc:sldMk cId="0" sldId="387"/>
            <ac:inkMk id="2" creationId="{ACA73D34-ACAD-6146-8B78-0C96796BAD56}"/>
          </ac:inkMkLst>
        </pc:inkChg>
      </pc:sldChg>
      <pc:sldChg chg="modSp">
        <pc:chgData name="张 天真" userId="9bf67b6cc4928841" providerId="LiveId" clId="{0B61FA76-E6B5-CC47-8C54-F58B8E07F83B}" dt="2019-10-21T03:05:51.597" v="381" actId="113"/>
        <pc:sldMkLst>
          <pc:docMk/>
          <pc:sldMk cId="0" sldId="388"/>
        </pc:sldMkLst>
        <pc:spChg chg="mod">
          <ac:chgData name="张 天真" userId="9bf67b6cc4928841" providerId="LiveId" clId="{0B61FA76-E6B5-CC47-8C54-F58B8E07F83B}" dt="2019-10-21T03:05:43.342" v="376" actId="1076"/>
          <ac:spMkLst>
            <pc:docMk/>
            <pc:sldMk cId="0" sldId="388"/>
            <ac:spMk id="31748" creationId="{A824417B-4FA1-40FF-AE39-F7A9713B772B}"/>
          </ac:spMkLst>
        </pc:spChg>
        <pc:spChg chg="mod">
          <ac:chgData name="张 天真" userId="9bf67b6cc4928841" providerId="LiveId" clId="{0B61FA76-E6B5-CC47-8C54-F58B8E07F83B}" dt="2019-10-21T03:05:51.597" v="381" actId="113"/>
          <ac:spMkLst>
            <pc:docMk/>
            <pc:sldMk cId="0" sldId="388"/>
            <ac:spMk id="39941" creationId="{1C1E3E25-3C0C-47DF-9D1D-31BE096F38C1}"/>
          </ac:spMkLst>
        </pc:spChg>
      </pc:sldChg>
      <pc:sldChg chg="addSp delSp modSp">
        <pc:chgData name="张 天真" userId="9bf67b6cc4928841" providerId="LiveId" clId="{0B61FA76-E6B5-CC47-8C54-F58B8E07F83B}" dt="2019-11-22T00:57:07.118" v="506" actId="7634"/>
        <pc:sldMkLst>
          <pc:docMk/>
          <pc:sldMk cId="0" sldId="389"/>
        </pc:sldMkLst>
        <pc:spChg chg="mod">
          <ac:chgData name="张 天真" userId="9bf67b6cc4928841" providerId="LiveId" clId="{0B61FA76-E6B5-CC47-8C54-F58B8E07F83B}" dt="2019-10-20T23:55:52.152" v="357" actId="255"/>
          <ac:spMkLst>
            <pc:docMk/>
            <pc:sldMk cId="0" sldId="389"/>
            <ac:spMk id="46083" creationId="{0C2150AF-5842-434D-8E47-8041B901B852}"/>
          </ac:spMkLst>
        </pc:spChg>
        <pc:inkChg chg="add del">
          <ac:chgData name="张 天真" userId="9bf67b6cc4928841" providerId="LiveId" clId="{0B61FA76-E6B5-CC47-8C54-F58B8E07F83B}" dt="2019-11-22T00:57:07.118" v="506" actId="7634"/>
          <ac:inkMkLst>
            <pc:docMk/>
            <pc:sldMk cId="0" sldId="389"/>
            <ac:inkMk id="2" creationId="{4DEEE7AB-AD7A-E943-9EAF-1DEFF713BED2}"/>
          </ac:inkMkLst>
        </pc:inkChg>
        <pc:inkChg chg="add del">
          <ac:chgData name="张 天真" userId="9bf67b6cc4928841" providerId="LiveId" clId="{0B61FA76-E6B5-CC47-8C54-F58B8E07F83B}" dt="2019-10-24T08:39:27.294" v="461" actId="7634"/>
          <ac:inkMkLst>
            <pc:docMk/>
            <pc:sldMk cId="0" sldId="389"/>
            <ac:inkMk id="2" creationId="{C802B2DF-7AAA-FD4E-9D86-D86E2CE4F875}"/>
          </ac:inkMkLst>
        </pc:inkChg>
      </pc:sldChg>
      <pc:sldChg chg="addSp delSp modSp">
        <pc:chgData name="张 天真" userId="9bf67b6cc4928841" providerId="LiveId" clId="{0B61FA76-E6B5-CC47-8C54-F58B8E07F83B}" dt="2019-11-22T06:26:35.311" v="508" actId="7634"/>
        <pc:sldMkLst>
          <pc:docMk/>
          <pc:sldMk cId="0" sldId="391"/>
        </pc:sldMkLst>
        <pc:spChg chg="mod">
          <ac:chgData name="张 天真" userId="9bf67b6cc4928841" providerId="LiveId" clId="{0B61FA76-E6B5-CC47-8C54-F58B8E07F83B}" dt="2019-10-20T23:56:52.416" v="358" actId="255"/>
          <ac:spMkLst>
            <pc:docMk/>
            <pc:sldMk cId="0" sldId="391"/>
            <ac:spMk id="50179" creationId="{1D3A7735-1D5C-4A24-BF73-0B98F12BB52F}"/>
          </ac:spMkLst>
        </pc:spChg>
        <pc:inkChg chg="add del">
          <ac:chgData name="张 天真" userId="9bf67b6cc4928841" providerId="LiveId" clId="{0B61FA76-E6B5-CC47-8C54-F58B8E07F83B}" dt="2019-11-22T06:26:35.311" v="508" actId="7634"/>
          <ac:inkMkLst>
            <pc:docMk/>
            <pc:sldMk cId="0" sldId="391"/>
            <ac:inkMk id="2" creationId="{1D37CA75-EEFB-0645-B67E-EEB1C3B9BE21}"/>
          </ac:inkMkLst>
        </pc:inkChg>
      </pc:sldChg>
      <pc:sldChg chg="addSp delSp modSp">
        <pc:chgData name="张 天真" userId="9bf67b6cc4928841" providerId="LiveId" clId="{0B61FA76-E6B5-CC47-8C54-F58B8E07F83B}" dt="2019-11-22T07:12:03.871" v="510" actId="7634"/>
        <pc:sldMkLst>
          <pc:docMk/>
          <pc:sldMk cId="0" sldId="392"/>
        </pc:sldMkLst>
        <pc:spChg chg="mod">
          <ac:chgData name="张 天真" userId="9bf67b6cc4928841" providerId="LiveId" clId="{0B61FA76-E6B5-CC47-8C54-F58B8E07F83B}" dt="2019-10-25T05:09:29.841" v="477" actId="255"/>
          <ac:spMkLst>
            <pc:docMk/>
            <pc:sldMk cId="0" sldId="392"/>
            <ac:spMk id="52231" creationId="{D8676289-C95B-4556-B747-C070EEBF7B59}"/>
          </ac:spMkLst>
        </pc:spChg>
        <pc:inkChg chg="add del">
          <ac:chgData name="张 天真" userId="9bf67b6cc4928841" providerId="LiveId" clId="{0B61FA76-E6B5-CC47-8C54-F58B8E07F83B}" dt="2019-11-22T07:12:03.871" v="510" actId="7634"/>
          <ac:inkMkLst>
            <pc:docMk/>
            <pc:sldMk cId="0" sldId="392"/>
            <ac:inkMk id="2" creationId="{780B2EF1-C715-6049-904E-591FB0E443EC}"/>
          </ac:inkMkLst>
        </pc:inkChg>
      </pc:sldChg>
      <pc:sldChg chg="modSp">
        <pc:chgData name="张 天真" userId="9bf67b6cc4928841" providerId="LiveId" clId="{0B61FA76-E6B5-CC47-8C54-F58B8E07F83B}" dt="2019-10-25T05:09:46.175" v="478" actId="255"/>
        <pc:sldMkLst>
          <pc:docMk/>
          <pc:sldMk cId="0" sldId="394"/>
        </pc:sldMkLst>
        <pc:spChg chg="mod">
          <ac:chgData name="张 天真" userId="9bf67b6cc4928841" providerId="LiveId" clId="{0B61FA76-E6B5-CC47-8C54-F58B8E07F83B}" dt="2019-10-25T05:09:46.175" v="478" actId="255"/>
          <ac:spMkLst>
            <pc:docMk/>
            <pc:sldMk cId="0" sldId="394"/>
            <ac:spMk id="13" creationId="{E6E6E273-D5A2-40E8-8DF3-02CA52A1A391}"/>
          </ac:spMkLst>
        </pc:spChg>
      </pc:sldChg>
      <pc:sldChg chg="modSp">
        <pc:chgData name="张 天真" userId="9bf67b6cc4928841" providerId="LiveId" clId="{0B61FA76-E6B5-CC47-8C54-F58B8E07F83B}" dt="2019-10-25T05:09:53.679" v="479" actId="255"/>
        <pc:sldMkLst>
          <pc:docMk/>
          <pc:sldMk cId="0" sldId="395"/>
        </pc:sldMkLst>
        <pc:spChg chg="mod">
          <ac:chgData name="张 天真" userId="9bf67b6cc4928841" providerId="LiveId" clId="{0B61FA76-E6B5-CC47-8C54-F58B8E07F83B}" dt="2019-10-25T05:09:53.679" v="479" actId="255"/>
          <ac:spMkLst>
            <pc:docMk/>
            <pc:sldMk cId="0" sldId="395"/>
            <ac:spMk id="14" creationId="{99DD4A08-10A1-433E-958E-66E60DAA7937}"/>
          </ac:spMkLst>
        </pc:spChg>
      </pc:sldChg>
      <pc:sldChg chg="modSp">
        <pc:chgData name="张 天真" userId="9bf67b6cc4928841" providerId="LiveId" clId="{0B61FA76-E6B5-CC47-8C54-F58B8E07F83B}" dt="2019-10-25T05:09:59.724" v="480" actId="255"/>
        <pc:sldMkLst>
          <pc:docMk/>
          <pc:sldMk cId="0" sldId="396"/>
        </pc:sldMkLst>
        <pc:spChg chg="mod">
          <ac:chgData name="张 天真" userId="9bf67b6cc4928841" providerId="LiveId" clId="{0B61FA76-E6B5-CC47-8C54-F58B8E07F83B}" dt="2019-10-25T05:09:59.724" v="480" actId="255"/>
          <ac:spMkLst>
            <pc:docMk/>
            <pc:sldMk cId="0" sldId="396"/>
            <ac:spMk id="4" creationId="{4DF275B5-C5F6-4384-8BFB-981D52E4AAD5}"/>
          </ac:spMkLst>
        </pc:spChg>
      </pc:sldChg>
      <pc:sldChg chg="addSp delSp modSp">
        <pc:chgData name="张 天真" userId="9bf67b6cc4928841" providerId="LiveId" clId="{0B61FA76-E6B5-CC47-8C54-F58B8E07F83B}" dt="2019-11-22T07:12:03.871" v="510" actId="7634"/>
        <pc:sldMkLst>
          <pc:docMk/>
          <pc:sldMk cId="0" sldId="397"/>
        </pc:sldMkLst>
        <pc:spChg chg="mod">
          <ac:chgData name="张 天真" userId="9bf67b6cc4928841" providerId="LiveId" clId="{0B61FA76-E6B5-CC47-8C54-F58B8E07F83B}" dt="2019-10-25T05:10:06.429" v="481" actId="255"/>
          <ac:spMkLst>
            <pc:docMk/>
            <pc:sldMk cId="0" sldId="397"/>
            <ac:spMk id="4" creationId="{1BAD856B-A7D4-42A4-95D4-091384BE9641}"/>
          </ac:spMkLst>
        </pc:spChg>
        <pc:inkChg chg="add del">
          <ac:chgData name="张 天真" userId="9bf67b6cc4928841" providerId="LiveId" clId="{0B61FA76-E6B5-CC47-8C54-F58B8E07F83B}" dt="2019-11-22T07:12:03.871" v="510" actId="7634"/>
          <ac:inkMkLst>
            <pc:docMk/>
            <pc:sldMk cId="0" sldId="397"/>
            <ac:inkMk id="2" creationId="{311CB45A-5C7E-2046-B756-79BF3F9B8865}"/>
          </ac:inkMkLst>
        </pc:inkChg>
      </pc:sldChg>
      <pc:sldChg chg="addSp delSp modSp add del">
        <pc:chgData name="张 天真" userId="9bf67b6cc4928841" providerId="LiveId" clId="{0B61FA76-E6B5-CC47-8C54-F58B8E07F83B}" dt="2020-01-06T10:03:54.917" v="1556" actId="2696"/>
        <pc:sldMkLst>
          <pc:docMk/>
          <pc:sldMk cId="3922392340" sldId="398"/>
        </pc:sldMkLst>
        <pc:spChg chg="mod">
          <ac:chgData name="张 天真" userId="9bf67b6cc4928841" providerId="LiveId" clId="{0B61FA76-E6B5-CC47-8C54-F58B8E07F83B}" dt="2019-12-16T10:23:16.130" v="969" actId="20577"/>
          <ac:spMkLst>
            <pc:docMk/>
            <pc:sldMk cId="3922392340" sldId="398"/>
            <ac:spMk id="2" creationId="{1DC49775-0705-4B35-B256-F6DA17830798}"/>
          </ac:spMkLst>
        </pc:spChg>
        <pc:spChg chg="mod">
          <ac:chgData name="张 天真" userId="9bf67b6cc4928841" providerId="LiveId" clId="{0B61FA76-E6B5-CC47-8C54-F58B8E07F83B}" dt="2019-12-16T10:23:02.310" v="964" actId="207"/>
          <ac:spMkLst>
            <pc:docMk/>
            <pc:sldMk cId="3922392340" sldId="398"/>
            <ac:spMk id="22530" creationId="{675F0D75-F1EB-44F5-9FD7-CCB159051A08}"/>
          </ac:spMkLst>
        </pc:spChg>
        <pc:inkChg chg="add del">
          <ac:chgData name="张 天真" userId="9bf67b6cc4928841" providerId="LiveId" clId="{0B61FA76-E6B5-CC47-8C54-F58B8E07F83B}" dt="2019-10-24T06:15:51.170" v="459" actId="7634"/>
          <ac:inkMkLst>
            <pc:docMk/>
            <pc:sldMk cId="3922392340" sldId="398"/>
            <ac:inkMk id="3" creationId="{CDD967D0-A777-984B-A174-DBEDD7FECBE4}"/>
          </ac:inkMkLst>
        </pc:inkChg>
      </pc:sldChg>
      <pc:sldChg chg="modSp add del">
        <pc:chgData name="张 天真" userId="9bf67b6cc4928841" providerId="LiveId" clId="{0B61FA76-E6B5-CC47-8C54-F58B8E07F83B}" dt="2020-01-06T10:03:56.769" v="1557" actId="2696"/>
        <pc:sldMkLst>
          <pc:docMk/>
          <pc:sldMk cId="2585026541" sldId="399"/>
        </pc:sldMkLst>
        <pc:spChg chg="mod">
          <ac:chgData name="张 天真" userId="9bf67b6cc4928841" providerId="LiveId" clId="{0B61FA76-E6B5-CC47-8C54-F58B8E07F83B}" dt="2019-12-16T10:23:29.006" v="973" actId="113"/>
          <ac:spMkLst>
            <pc:docMk/>
            <pc:sldMk cId="2585026541" sldId="399"/>
            <ac:spMk id="2" creationId="{1DC49775-0705-4B35-B256-F6DA17830798}"/>
          </ac:spMkLst>
        </pc:spChg>
        <pc:spChg chg="mod">
          <ac:chgData name="张 天真" userId="9bf67b6cc4928841" providerId="LiveId" clId="{0B61FA76-E6B5-CC47-8C54-F58B8E07F83B}" dt="2019-12-16T10:23:24.348" v="970" actId="207"/>
          <ac:spMkLst>
            <pc:docMk/>
            <pc:sldMk cId="2585026541" sldId="399"/>
            <ac:spMk id="22530" creationId="{675F0D75-F1EB-44F5-9FD7-CCB159051A08}"/>
          </ac:spMkLst>
        </pc:spChg>
      </pc:sldChg>
      <pc:sldChg chg="addSp delSp modSp add">
        <pc:chgData name="张 天真" userId="9bf67b6cc4928841" providerId="LiveId" clId="{0B61FA76-E6B5-CC47-8C54-F58B8E07F83B}" dt="2020-01-06T10:08:02.930" v="1712" actId="207"/>
        <pc:sldMkLst>
          <pc:docMk/>
          <pc:sldMk cId="3659280081" sldId="400"/>
        </pc:sldMkLst>
        <pc:spChg chg="mod">
          <ac:chgData name="张 天真" userId="9bf67b6cc4928841" providerId="LiveId" clId="{0B61FA76-E6B5-CC47-8C54-F58B8E07F83B}" dt="2019-10-20T23:52:50.267" v="309" actId="14100"/>
          <ac:spMkLst>
            <pc:docMk/>
            <pc:sldMk cId="3659280081" sldId="400"/>
            <ac:spMk id="10" creationId="{F9808289-799C-44BD-9D4E-78A68C422083}"/>
          </ac:spMkLst>
        </pc:spChg>
        <pc:spChg chg="mod">
          <ac:chgData name="张 天真" userId="9bf67b6cc4928841" providerId="LiveId" clId="{0B61FA76-E6B5-CC47-8C54-F58B8E07F83B}" dt="2020-01-06T10:08:02.930" v="1712" actId="207"/>
          <ac:spMkLst>
            <pc:docMk/>
            <pc:sldMk cId="3659280081" sldId="400"/>
            <ac:spMk id="27651" creationId="{4D39EDC0-F29B-4EF7-B380-17CD7B2199F7}"/>
          </ac:spMkLst>
        </pc:spChg>
        <pc:spChg chg="mod">
          <ac:chgData name="张 天真" userId="9bf67b6cc4928841" providerId="LiveId" clId="{0B61FA76-E6B5-CC47-8C54-F58B8E07F83B}" dt="2020-01-06T10:07:57.286" v="1710" actId="113"/>
          <ac:spMkLst>
            <pc:docMk/>
            <pc:sldMk cId="3659280081" sldId="400"/>
            <ac:spMk id="27653" creationId="{53BB2D9C-1368-4639-9C80-C66C64D83D57}"/>
          </ac:spMkLst>
        </pc:spChg>
        <pc:spChg chg="mod">
          <ac:chgData name="张 天真" userId="9bf67b6cc4928841" providerId="LiveId" clId="{0B61FA76-E6B5-CC47-8C54-F58B8E07F83B}" dt="2019-10-20T23:52:59.008" v="312" actId="1076"/>
          <ac:spMkLst>
            <pc:docMk/>
            <pc:sldMk cId="3659280081" sldId="400"/>
            <ac:spMk id="35845" creationId="{9A1E4F82-621D-4BC7-AAB3-6927167EB59B}"/>
          </ac:spMkLst>
        </pc:spChg>
        <pc:spChg chg="mod">
          <ac:chgData name="张 天真" userId="9bf67b6cc4928841" providerId="LiveId" clId="{0B61FA76-E6B5-CC47-8C54-F58B8E07F83B}" dt="2019-10-20T23:52:53.771" v="310" actId="14100"/>
          <ac:spMkLst>
            <pc:docMk/>
            <pc:sldMk cId="3659280081" sldId="400"/>
            <ac:spMk id="35846" creationId="{7D06588E-F57E-45B5-80A8-B3E6ED5DF1C8}"/>
          </ac:spMkLst>
        </pc:spChg>
        <pc:spChg chg="mod">
          <ac:chgData name="张 天真" userId="9bf67b6cc4928841" providerId="LiveId" clId="{0B61FA76-E6B5-CC47-8C54-F58B8E07F83B}" dt="2019-10-21T02:36:33.750" v="370" actId="1076"/>
          <ac:spMkLst>
            <pc:docMk/>
            <pc:sldMk cId="3659280081" sldId="400"/>
            <ac:spMk id="35848" creationId="{D68B5460-CB52-43BB-A025-EB791872C9C7}"/>
          </ac:spMkLst>
        </pc:spChg>
        <pc:inkChg chg="add del">
          <ac:chgData name="张 天真" userId="9bf67b6cc4928841" providerId="LiveId" clId="{0B61FA76-E6B5-CC47-8C54-F58B8E07F83B}" dt="2019-10-21T15:22:46.461" v="449" actId="478"/>
          <ac:inkMkLst>
            <pc:docMk/>
            <pc:sldMk cId="3659280081" sldId="400"/>
            <ac:inkMk id="3" creationId="{C0FFFF47-7723-F543-AA14-D0D4FEF4F3F7}"/>
          </ac:inkMkLst>
        </pc:inkChg>
        <pc:cxnChg chg="mod">
          <ac:chgData name="张 天真" userId="9bf67b6cc4928841" providerId="LiveId" clId="{0B61FA76-E6B5-CC47-8C54-F58B8E07F83B}" dt="2019-10-21T02:36:36.187" v="371" actId="14100"/>
          <ac:cxnSpMkLst>
            <pc:docMk/>
            <pc:sldMk cId="3659280081" sldId="400"/>
            <ac:cxnSpMk id="5" creationId="{F231F16B-5FBB-4359-A649-A2D54E55E38F}"/>
          </ac:cxnSpMkLst>
        </pc:cxnChg>
      </pc:sldChg>
      <pc:sldChg chg="addSp delSp modSp add">
        <pc:chgData name="张 天真" userId="9bf67b6cc4928841" providerId="LiveId" clId="{0B61FA76-E6B5-CC47-8C54-F58B8E07F83B}" dt="2019-10-21T02:51:43.259" v="374" actId="7634"/>
        <pc:sldMkLst>
          <pc:docMk/>
          <pc:sldMk cId="2260483684" sldId="401"/>
        </pc:sldMkLst>
        <pc:spChg chg="mod">
          <ac:chgData name="张 天真" userId="9bf67b6cc4928841" providerId="LiveId" clId="{0B61FA76-E6B5-CC47-8C54-F58B8E07F83B}" dt="2019-10-20T23:53:51.642" v="330" actId="113"/>
          <ac:spMkLst>
            <pc:docMk/>
            <pc:sldMk cId="2260483684" sldId="401"/>
            <ac:spMk id="2" creationId="{3027EA9C-17C0-4ECE-96AA-ED53695CB394}"/>
          </ac:spMkLst>
        </pc:spChg>
        <pc:spChg chg="mod">
          <ac:chgData name="张 天真" userId="9bf67b6cc4928841" providerId="LiveId" clId="{0B61FA76-E6B5-CC47-8C54-F58B8E07F83B}" dt="2019-10-20T23:53:42.323" v="327" actId="1076"/>
          <ac:spMkLst>
            <pc:docMk/>
            <pc:sldMk cId="2260483684" sldId="401"/>
            <ac:spMk id="36868" creationId="{EC8C96E4-E450-438A-AC68-8A4B88854866}"/>
          </ac:spMkLst>
        </pc:spChg>
        <pc:inkChg chg="add del">
          <ac:chgData name="张 天真" userId="9bf67b6cc4928841" providerId="LiveId" clId="{0B61FA76-E6B5-CC47-8C54-F58B8E07F83B}" dt="2019-10-21T02:51:43.259" v="374" actId="7634"/>
          <ac:inkMkLst>
            <pc:docMk/>
            <pc:sldMk cId="2260483684" sldId="401"/>
            <ac:inkMk id="3" creationId="{F1FC29D7-56C1-B94C-A1CA-8110C918EC11}"/>
          </ac:inkMkLst>
        </pc:inkChg>
      </pc:sldChg>
      <pc:sldChg chg="delSp modSp add">
        <pc:chgData name="张 天真" userId="9bf67b6cc4928841" providerId="LiveId" clId="{0B61FA76-E6B5-CC47-8C54-F58B8E07F83B}" dt="2019-10-20T23:39:09.172" v="285" actId="20577"/>
        <pc:sldMkLst>
          <pc:docMk/>
          <pc:sldMk cId="3585669362" sldId="402"/>
        </pc:sldMkLst>
        <pc:spChg chg="del">
          <ac:chgData name="张 天真" userId="9bf67b6cc4928841" providerId="LiveId" clId="{0B61FA76-E6B5-CC47-8C54-F58B8E07F83B}" dt="2019-10-20T23:38:47.995" v="262" actId="478"/>
          <ac:spMkLst>
            <pc:docMk/>
            <pc:sldMk cId="3585669362" sldId="402"/>
            <ac:spMk id="31748" creationId="{038F0E2C-8D67-4535-BF8D-E9DFD2D9E4B0}"/>
          </ac:spMkLst>
        </pc:spChg>
        <pc:spChg chg="mod">
          <ac:chgData name="张 天真" userId="9bf67b6cc4928841" providerId="LiveId" clId="{0B61FA76-E6B5-CC47-8C54-F58B8E07F83B}" dt="2019-10-20T23:39:09.172" v="285" actId="20577"/>
          <ac:spMkLst>
            <pc:docMk/>
            <pc:sldMk cId="3585669362" sldId="402"/>
            <ac:spMk id="32770" creationId="{B0B67B90-262D-47AE-A019-945E25F8C8D2}"/>
          </ac:spMkLst>
        </pc:spChg>
        <pc:spChg chg="del">
          <ac:chgData name="张 天真" userId="9bf67b6cc4928841" providerId="LiveId" clId="{0B61FA76-E6B5-CC47-8C54-F58B8E07F83B}" dt="2019-10-20T23:38:50.554" v="263" actId="478"/>
          <ac:spMkLst>
            <pc:docMk/>
            <pc:sldMk cId="3585669362" sldId="402"/>
            <ac:spMk id="40963" creationId="{41B30247-8F21-4F18-9163-75EEA366344F}"/>
          </ac:spMkLst>
        </pc:spChg>
        <pc:spChg chg="del">
          <ac:chgData name="张 天真" userId="9bf67b6cc4928841" providerId="LiveId" clId="{0B61FA76-E6B5-CC47-8C54-F58B8E07F83B}" dt="2019-10-20T23:38:52.470" v="264" actId="478"/>
          <ac:spMkLst>
            <pc:docMk/>
            <pc:sldMk cId="3585669362" sldId="402"/>
            <ac:spMk id="40965" creationId="{E168AC44-92D1-4F8F-ACEB-F43B06524317}"/>
          </ac:spMkLst>
        </pc:spChg>
      </pc:sldChg>
      <pc:sldChg chg="modSp add">
        <pc:chgData name="张 天真" userId="9bf67b6cc4928841" providerId="LiveId" clId="{0B61FA76-E6B5-CC47-8C54-F58B8E07F83B}" dt="2020-01-06T09:56:23.759" v="1156" actId="2711"/>
        <pc:sldMkLst>
          <pc:docMk/>
          <pc:sldMk cId="1243266995" sldId="403"/>
        </pc:sldMkLst>
        <pc:spChg chg="mod">
          <ac:chgData name="张 天真" userId="9bf67b6cc4928841" providerId="LiveId" clId="{0B61FA76-E6B5-CC47-8C54-F58B8E07F83B}" dt="2020-01-06T09:56:23.759" v="1156" actId="2711"/>
          <ac:spMkLst>
            <pc:docMk/>
            <pc:sldMk cId="1243266995" sldId="403"/>
            <ac:spMk id="18434" creationId="{40598862-63D8-4222-86D1-F35957EA92CC}"/>
          </ac:spMkLst>
        </pc:spChg>
      </pc:sldChg>
      <pc:sldChg chg="new del">
        <pc:chgData name="张 天真" userId="9bf67b6cc4928841" providerId="LiveId" clId="{0B61FA76-E6B5-CC47-8C54-F58B8E07F83B}" dt="2020-01-06T09:48:30.745" v="1102" actId="680"/>
        <pc:sldMkLst>
          <pc:docMk/>
          <pc:sldMk cId="82285274" sldId="404"/>
        </pc:sldMkLst>
      </pc:sldChg>
      <pc:sldChg chg="modSp add">
        <pc:chgData name="张 天真" userId="9bf67b6cc4928841" providerId="LiveId" clId="{0B61FA76-E6B5-CC47-8C54-F58B8E07F83B}" dt="2020-01-06T10:03:42.150" v="1554" actId="20577"/>
        <pc:sldMkLst>
          <pc:docMk/>
          <pc:sldMk cId="4149669652" sldId="404"/>
        </pc:sldMkLst>
        <pc:spChg chg="mod">
          <ac:chgData name="张 天真" userId="9bf67b6cc4928841" providerId="LiveId" clId="{0B61FA76-E6B5-CC47-8C54-F58B8E07F83B}" dt="2020-01-06T10:03:42.150" v="1554" actId="20577"/>
          <ac:spMkLst>
            <pc:docMk/>
            <pc:sldMk cId="4149669652" sldId="404"/>
            <ac:spMk id="2" creationId="{9DE43019-760C-4B32-8990-A0679560F6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22680"/>
            <a:ext cx="10515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0" y="3602355"/>
            <a:ext cx="10515600" cy="165544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65017-CCF0-493D-AC92-7294C96F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65E17-C1B5-478E-A957-FCC195CF7266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60B13-0AAC-44F1-ADE5-B7C71D86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6C135-D356-4397-B1B8-B33A4A4D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2549A-0A28-48D2-B7B5-EDF788E0DB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159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2435"/>
            <a:ext cx="10515600" cy="447484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2995B-6FA7-406C-88CF-07899E69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29855-C561-4D75-802B-B8189858E957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7EE718-BE7C-4C00-9647-22A56BBA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3CF9C-5964-4504-8F2A-E1A53D97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8999D-4309-4C2B-96E8-25E9217256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65422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59100"/>
            <a:ext cx="10515600" cy="2781300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722120"/>
            <a:ext cx="10515600" cy="1102995"/>
          </a:xfrm>
        </p:spPr>
        <p:txBody>
          <a:bodyPr lIns="144145" anchor="b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B3BF32-62E4-4146-9483-614FF04B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983E8-050B-46E9-9A52-3B66C5AE52B6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54AA26-C949-4F20-B0B8-474EF2C3D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FCB35-79EE-4000-BC21-7F3EB70A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E635D-612C-455A-8964-D7E5B5D5FA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2813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F9E3EFA-70BC-4025-9495-46C9F6E31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F838E-87CD-4C7E-BDEA-141490D09038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0C13C43-8135-4B78-B2EF-694975DF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0F72044-4948-4E5F-9E5B-44D20859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5CBCB-DB06-476A-B4E1-763E2CD4EF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45010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8001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470" y="1482090"/>
            <a:ext cx="5220970" cy="823595"/>
          </a:xfrm>
        </p:spPr>
        <p:txBody>
          <a:bodyPr anchor="ctr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2368550"/>
            <a:ext cx="5222240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655" y="1482090"/>
            <a:ext cx="5097145" cy="823595"/>
          </a:xfrm>
        </p:spPr>
        <p:txBody>
          <a:bodyPr anchor="ctr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655" y="2368550"/>
            <a:ext cx="5097145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4630302-7150-49F6-BBE1-FA0F55E7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5203E-4977-47CE-919D-BA7EB45F4793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A4818F8-7B41-4821-AD7F-A4F5F427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C126584E-8D71-481A-8FA0-6B17744B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4549F-90FA-4311-9CFB-0465B8564A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78049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DD418EE-6B96-4FF1-BE5E-305DE664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38DA2-E76E-4B8B-8F82-4902598D4A32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0D131DB-7333-4744-A3A9-03B102D1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6C3F0C3-96A4-4D6F-A242-9E13CB2A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C700D-7870-4B27-8708-A980DA2BE1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3739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12700" y="-1905"/>
            <a:ext cx="7017385" cy="6861810"/>
          </a:xfrm>
          <a:noFill/>
        </p:spPr>
        <p:txBody>
          <a:bodyPr lIns="252095" tIns="144145" rtlCol="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0125" y="457200"/>
            <a:ext cx="4392295" cy="105537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49490" y="1694180"/>
            <a:ext cx="439356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E5E35FF-E56B-4085-9AF1-32A82BFE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50DDC-7631-42C9-8DB1-AEE1F4B20CD5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23F6608-3E3A-43E8-A651-FBC47F15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4156B60-E33C-4E91-AE40-D105C77C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9F12A-B6CD-4220-9491-B323BE6E1E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6353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05" y="-7620"/>
            <a:ext cx="7017385" cy="6861810"/>
          </a:xfrm>
          <a:noFill/>
        </p:spPr>
        <p:txBody>
          <a:bodyPr lIns="252095" tIns="144145" rtlCol="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457200"/>
            <a:ext cx="4279900" cy="105537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9575" y="1694180"/>
            <a:ext cx="428053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BA839F7-4DFE-4D54-99D5-29D30D89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8D96A-F975-473E-B46C-918328890537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3D07BC9-46BD-4A22-AD8F-F0598C3F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F757A3F-82AE-4C18-9942-827E5CD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74933-1395-476D-8B94-042B315986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52218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A6D13-D61A-4ABB-BE54-8E476C39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5B42E-4A82-4441-93AF-20DCA242F1C5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BA24E-2129-476C-A1F4-74B0181B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75F4B5-7187-4709-8E3A-3A398235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F15D5-3220-4883-98E6-A1AF2C874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91339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27025"/>
            <a:ext cx="10515600" cy="585025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A39E9-E0E5-4C97-9859-B58A1643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BEC7D-7C60-42D5-8E9E-F38545EE1231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D5063-56C0-457F-8792-F93E67C9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912E40-6261-4382-A56C-48C78BDA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D81E5-15AC-474C-A3D2-4815DA6F97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0596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EAE0B6F-FFED-4D96-BD8D-947C0662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6B34C-0F60-4BEA-87D9-CEDB623FB2ED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13C82B2-A233-401D-920F-5C09F7F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CCE8F4C-A61B-4D67-99DB-B39EE767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36A17-AB63-4063-9EB7-FD0830D0A4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0668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2F2F2"/>
            </a:gs>
            <a:gs pos="100000">
              <a:schemeClr val="bg2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4CD81B-5212-466C-BEBB-5C7BE429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11DA21D4-4B8C-4EE9-A820-E9A412C66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E44A12-6D69-4522-838B-8DB2461D2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defRPr/>
            </a:pPr>
            <a:fld id="{FF787BF2-5A47-4797-AEE0-A58204C8E6F8}" type="datetimeFigureOut">
              <a:rPr lang="zh-CN" altLang="en-US"/>
              <a:pPr>
                <a:defRPr/>
              </a:pPr>
              <a:t>2020/1/7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B624D-D61A-4DAF-B516-A541A334E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B7E79-C1B8-4314-8F9E-ADAF523BF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defRPr/>
            </a:pPr>
            <a:fld id="{3EFA8DEF-AD3A-4CCB-9117-62AA573457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202020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202020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SzPct val="75000"/>
        <a:buFont typeface="Arial" panose="020B0604020202020204" pitchFamily="34" charset="0"/>
        <a:buChar char="•"/>
        <a:defRPr sz="2800" kern="1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74675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SzPct val="75000"/>
        <a:buFont typeface="Arial" panose="020B0604020202020204" pitchFamily="34" charset="0"/>
        <a:buChar char="•"/>
        <a:defRPr sz="2200" kern="1200">
          <a:solidFill>
            <a:srgbClr val="404040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6475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SzPct val="75000"/>
        <a:buFont typeface="Arial" panose="020B0604020202020204" pitchFamily="34" charset="0"/>
        <a:buChar char="‒"/>
        <a:defRPr sz="2000" kern="1200">
          <a:solidFill>
            <a:srgbClr val="595959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511300" indent="-228600" algn="l" rtl="0" eaLnBrk="0" fontAlgn="base" hangingPunct="0">
        <a:spcBef>
          <a:spcPts val="500"/>
        </a:spcBef>
        <a:spcAft>
          <a:spcPct val="0"/>
        </a:spcAft>
        <a:buSzPct val="75000"/>
        <a:buFont typeface="Arial" panose="020B0604020202020204" pitchFamily="34" charset="0"/>
        <a:buChar char="˃"/>
        <a:defRPr kern="1200">
          <a:solidFill>
            <a:srgbClr val="7F7F7F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9431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75000"/>
        <a:buFont typeface="Arial" panose="020B0604020202020204" pitchFamily="34" charset="0"/>
        <a:buChar char="˃"/>
        <a:defRPr kern="1200">
          <a:solidFill>
            <a:srgbClr val="7F7F7F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08F32E3-15B1-4CC5-981C-D608A740C0E0}"/>
              </a:ext>
            </a:extLst>
          </p:cNvPr>
          <p:cNvGrpSpPr/>
          <p:nvPr/>
        </p:nvGrpSpPr>
        <p:grpSpPr>
          <a:xfrm>
            <a:off x="6650258" y="4489852"/>
            <a:ext cx="557590" cy="557590"/>
            <a:chOff x="913177" y="3260321"/>
            <a:chExt cx="418247" cy="418247"/>
          </a:xfrm>
          <a:solidFill>
            <a:srgbClr val="FF3300"/>
          </a:solidFill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BC32AB7-0FF9-4421-99C5-BA5C40EE4987}"/>
                </a:ext>
              </a:extLst>
            </p:cNvPr>
            <p:cNvSpPr/>
            <p:nvPr/>
          </p:nvSpPr>
          <p:spPr>
            <a:xfrm>
              <a:off x="913177" y="3260321"/>
              <a:ext cx="418247" cy="418247"/>
            </a:xfrm>
            <a:prstGeom prst="ellipse">
              <a:avLst/>
            </a:prstGeom>
            <a:grp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3200" b="1">
                <a:solidFill>
                  <a:srgbClr val="FF0000"/>
                </a:solidFill>
              </a:endParaRPr>
            </a:p>
          </p:txBody>
        </p:sp>
        <p:grpSp>
          <p:nvGrpSpPr>
            <p:cNvPr id="4" name="组 52">
              <a:extLst>
                <a:ext uri="{FF2B5EF4-FFF2-40B4-BE49-F238E27FC236}">
                  <a16:creationId xmlns:a16="http://schemas.microsoft.com/office/drawing/2014/main" id="{04C809F8-4C1C-4B8A-B69A-794D7AC12DBC}"/>
                </a:ext>
              </a:extLst>
            </p:cNvPr>
            <p:cNvGrpSpPr/>
            <p:nvPr/>
          </p:nvGrpSpPr>
          <p:grpSpPr>
            <a:xfrm>
              <a:off x="986280" y="3356697"/>
              <a:ext cx="254493" cy="212370"/>
              <a:chOff x="4557713" y="2359025"/>
              <a:chExt cx="460375" cy="384175"/>
            </a:xfrm>
            <a:grpFill/>
          </p:grpSpPr>
          <p:sp>
            <p:nvSpPr>
              <p:cNvPr id="5" name="Freeform 153">
                <a:extLst>
                  <a:ext uri="{FF2B5EF4-FFF2-40B4-BE49-F238E27FC236}">
                    <a16:creationId xmlns:a16="http://schemas.microsoft.com/office/drawing/2014/main" id="{B39D45EE-152E-40C4-8127-EE6A204DAD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7713" y="2359025"/>
                <a:ext cx="460375" cy="384175"/>
              </a:xfrm>
              <a:custGeom>
                <a:avLst/>
                <a:gdLst/>
                <a:ahLst/>
                <a:cxnLst>
                  <a:cxn ang="0">
                    <a:pos x="246" y="90"/>
                  </a:cxn>
                  <a:cxn ang="0">
                    <a:pos x="250" y="68"/>
                  </a:cxn>
                  <a:cxn ang="0">
                    <a:pos x="244" y="52"/>
                  </a:cxn>
                  <a:cxn ang="0">
                    <a:pos x="224" y="40"/>
                  </a:cxn>
                  <a:cxn ang="0">
                    <a:pos x="192" y="40"/>
                  </a:cxn>
                  <a:cxn ang="0">
                    <a:pos x="170" y="36"/>
                  </a:cxn>
                  <a:cxn ang="0">
                    <a:pos x="162" y="10"/>
                  </a:cxn>
                  <a:cxn ang="0">
                    <a:pos x="152" y="2"/>
                  </a:cxn>
                  <a:cxn ang="0">
                    <a:pos x="140" y="0"/>
                  </a:cxn>
                  <a:cxn ang="0">
                    <a:pos x="108" y="8"/>
                  </a:cxn>
                  <a:cxn ang="0">
                    <a:pos x="50" y="50"/>
                  </a:cxn>
                  <a:cxn ang="0">
                    <a:pos x="12" y="100"/>
                  </a:cxn>
                  <a:cxn ang="0">
                    <a:pos x="0" y="134"/>
                  </a:cxn>
                  <a:cxn ang="0">
                    <a:pos x="0" y="156"/>
                  </a:cxn>
                  <a:cxn ang="0">
                    <a:pos x="12" y="186"/>
                  </a:cxn>
                  <a:cxn ang="0">
                    <a:pos x="44" y="216"/>
                  </a:cxn>
                  <a:cxn ang="0">
                    <a:pos x="114" y="240"/>
                  </a:cxn>
                  <a:cxn ang="0">
                    <a:pos x="156" y="240"/>
                  </a:cxn>
                  <a:cxn ang="0">
                    <a:pos x="202" y="232"/>
                  </a:cxn>
                  <a:cxn ang="0">
                    <a:pos x="266" y="190"/>
                  </a:cxn>
                  <a:cxn ang="0">
                    <a:pos x="288" y="148"/>
                  </a:cxn>
                  <a:cxn ang="0">
                    <a:pos x="288" y="132"/>
                  </a:cxn>
                  <a:cxn ang="0">
                    <a:pos x="278" y="110"/>
                  </a:cxn>
                  <a:cxn ang="0">
                    <a:pos x="256" y="94"/>
                  </a:cxn>
                  <a:cxn ang="0">
                    <a:pos x="140" y="228"/>
                  </a:cxn>
                  <a:cxn ang="0">
                    <a:pos x="94" y="222"/>
                  </a:cxn>
                  <a:cxn ang="0">
                    <a:pos x="36" y="194"/>
                  </a:cxn>
                  <a:cxn ang="0">
                    <a:pos x="16" y="164"/>
                  </a:cxn>
                  <a:cxn ang="0">
                    <a:pos x="12" y="146"/>
                  </a:cxn>
                  <a:cxn ang="0">
                    <a:pos x="20" y="116"/>
                  </a:cxn>
                  <a:cxn ang="0">
                    <a:pos x="58" y="60"/>
                  </a:cxn>
                  <a:cxn ang="0">
                    <a:pos x="100" y="26"/>
                  </a:cxn>
                  <a:cxn ang="0">
                    <a:pos x="140" y="14"/>
                  </a:cxn>
                  <a:cxn ang="0">
                    <a:pos x="154" y="18"/>
                  </a:cxn>
                  <a:cxn ang="0">
                    <a:pos x="158" y="30"/>
                  </a:cxn>
                  <a:cxn ang="0">
                    <a:pos x="156" y="50"/>
                  </a:cxn>
                  <a:cxn ang="0">
                    <a:pos x="156" y="60"/>
                  </a:cxn>
                  <a:cxn ang="0">
                    <a:pos x="164" y="64"/>
                  </a:cxn>
                  <a:cxn ang="0">
                    <a:pos x="172" y="62"/>
                  </a:cxn>
                  <a:cxn ang="0">
                    <a:pos x="212" y="52"/>
                  </a:cxn>
                  <a:cxn ang="0">
                    <a:pos x="234" y="60"/>
                  </a:cxn>
                  <a:cxn ang="0">
                    <a:pos x="236" y="72"/>
                  </a:cxn>
                  <a:cxn ang="0">
                    <a:pos x="232" y="90"/>
                  </a:cxn>
                  <a:cxn ang="0">
                    <a:pos x="238" y="100"/>
                  </a:cxn>
                  <a:cxn ang="0">
                    <a:pos x="252" y="106"/>
                  </a:cxn>
                  <a:cxn ang="0">
                    <a:pos x="272" y="124"/>
                  </a:cxn>
                  <a:cxn ang="0">
                    <a:pos x="276" y="140"/>
                  </a:cxn>
                  <a:cxn ang="0">
                    <a:pos x="256" y="184"/>
                  </a:cxn>
                  <a:cxn ang="0">
                    <a:pos x="196" y="220"/>
                  </a:cxn>
                  <a:cxn ang="0">
                    <a:pos x="140" y="228"/>
                  </a:cxn>
                </a:cxnLst>
                <a:rect l="0" t="0" r="r" b="b"/>
                <a:pathLst>
                  <a:path w="290" h="242">
                    <a:moveTo>
                      <a:pt x="246" y="90"/>
                    </a:moveTo>
                    <a:lnTo>
                      <a:pt x="246" y="90"/>
                    </a:lnTo>
                    <a:lnTo>
                      <a:pt x="246" y="90"/>
                    </a:lnTo>
                    <a:lnTo>
                      <a:pt x="246" y="90"/>
                    </a:lnTo>
                    <a:lnTo>
                      <a:pt x="250" y="78"/>
                    </a:lnTo>
                    <a:lnTo>
                      <a:pt x="250" y="68"/>
                    </a:lnTo>
                    <a:lnTo>
                      <a:pt x="248" y="60"/>
                    </a:lnTo>
                    <a:lnTo>
                      <a:pt x="244" y="52"/>
                    </a:lnTo>
                    <a:lnTo>
                      <a:pt x="244" y="52"/>
                    </a:lnTo>
                    <a:lnTo>
                      <a:pt x="240" y="46"/>
                    </a:lnTo>
                    <a:lnTo>
                      <a:pt x="232" y="42"/>
                    </a:lnTo>
                    <a:lnTo>
                      <a:pt x="224" y="40"/>
                    </a:lnTo>
                    <a:lnTo>
                      <a:pt x="212" y="38"/>
                    </a:lnTo>
                    <a:lnTo>
                      <a:pt x="212" y="38"/>
                    </a:lnTo>
                    <a:lnTo>
                      <a:pt x="192" y="40"/>
                    </a:lnTo>
                    <a:lnTo>
                      <a:pt x="168" y="48"/>
                    </a:lnTo>
                    <a:lnTo>
                      <a:pt x="168" y="48"/>
                    </a:lnTo>
                    <a:lnTo>
                      <a:pt x="170" y="36"/>
                    </a:lnTo>
                    <a:lnTo>
                      <a:pt x="170" y="26"/>
                    </a:lnTo>
                    <a:lnTo>
                      <a:pt x="168" y="16"/>
                    </a:lnTo>
                    <a:lnTo>
                      <a:pt x="162" y="10"/>
                    </a:lnTo>
                    <a:lnTo>
                      <a:pt x="162" y="10"/>
                    </a:lnTo>
                    <a:lnTo>
                      <a:pt x="158" y="6"/>
                    </a:lnTo>
                    <a:lnTo>
                      <a:pt x="152" y="2"/>
                    </a:lnTo>
                    <a:lnTo>
                      <a:pt x="146" y="2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30" y="2"/>
                    </a:lnTo>
                    <a:lnTo>
                      <a:pt x="118" y="4"/>
                    </a:lnTo>
                    <a:lnTo>
                      <a:pt x="108" y="8"/>
                    </a:lnTo>
                    <a:lnTo>
                      <a:pt x="96" y="14"/>
                    </a:lnTo>
                    <a:lnTo>
                      <a:pt x="72" y="30"/>
                    </a:lnTo>
                    <a:lnTo>
                      <a:pt x="50" y="50"/>
                    </a:lnTo>
                    <a:lnTo>
                      <a:pt x="50" y="50"/>
                    </a:lnTo>
                    <a:lnTo>
                      <a:pt x="28" y="76"/>
                    </a:lnTo>
                    <a:lnTo>
                      <a:pt x="12" y="100"/>
                    </a:lnTo>
                    <a:lnTo>
                      <a:pt x="8" y="112"/>
                    </a:lnTo>
                    <a:lnTo>
                      <a:pt x="4" y="124"/>
                    </a:lnTo>
                    <a:lnTo>
                      <a:pt x="0" y="134"/>
                    </a:lnTo>
                    <a:lnTo>
                      <a:pt x="0" y="146"/>
                    </a:lnTo>
                    <a:lnTo>
                      <a:pt x="0" y="146"/>
                    </a:lnTo>
                    <a:lnTo>
                      <a:pt x="0" y="156"/>
                    </a:lnTo>
                    <a:lnTo>
                      <a:pt x="4" y="166"/>
                    </a:lnTo>
                    <a:lnTo>
                      <a:pt x="8" y="176"/>
                    </a:lnTo>
                    <a:lnTo>
                      <a:pt x="12" y="186"/>
                    </a:lnTo>
                    <a:lnTo>
                      <a:pt x="18" y="194"/>
                    </a:lnTo>
                    <a:lnTo>
                      <a:pt x="26" y="202"/>
                    </a:lnTo>
                    <a:lnTo>
                      <a:pt x="44" y="216"/>
                    </a:lnTo>
                    <a:lnTo>
                      <a:pt x="66" y="226"/>
                    </a:lnTo>
                    <a:lnTo>
                      <a:pt x="90" y="234"/>
                    </a:lnTo>
                    <a:lnTo>
                      <a:pt x="114" y="240"/>
                    </a:lnTo>
                    <a:lnTo>
                      <a:pt x="140" y="242"/>
                    </a:lnTo>
                    <a:lnTo>
                      <a:pt x="140" y="242"/>
                    </a:lnTo>
                    <a:lnTo>
                      <a:pt x="156" y="240"/>
                    </a:lnTo>
                    <a:lnTo>
                      <a:pt x="172" y="238"/>
                    </a:lnTo>
                    <a:lnTo>
                      <a:pt x="188" y="236"/>
                    </a:lnTo>
                    <a:lnTo>
                      <a:pt x="202" y="232"/>
                    </a:lnTo>
                    <a:lnTo>
                      <a:pt x="228" y="220"/>
                    </a:lnTo>
                    <a:lnTo>
                      <a:pt x="250" y="206"/>
                    </a:lnTo>
                    <a:lnTo>
                      <a:pt x="266" y="190"/>
                    </a:lnTo>
                    <a:lnTo>
                      <a:pt x="280" y="174"/>
                    </a:lnTo>
                    <a:lnTo>
                      <a:pt x="286" y="156"/>
                    </a:lnTo>
                    <a:lnTo>
                      <a:pt x="288" y="148"/>
                    </a:lnTo>
                    <a:lnTo>
                      <a:pt x="290" y="140"/>
                    </a:lnTo>
                    <a:lnTo>
                      <a:pt x="290" y="140"/>
                    </a:lnTo>
                    <a:lnTo>
                      <a:pt x="288" y="132"/>
                    </a:lnTo>
                    <a:lnTo>
                      <a:pt x="286" y="124"/>
                    </a:lnTo>
                    <a:lnTo>
                      <a:pt x="284" y="116"/>
                    </a:lnTo>
                    <a:lnTo>
                      <a:pt x="278" y="110"/>
                    </a:lnTo>
                    <a:lnTo>
                      <a:pt x="272" y="104"/>
                    </a:lnTo>
                    <a:lnTo>
                      <a:pt x="264" y="98"/>
                    </a:lnTo>
                    <a:lnTo>
                      <a:pt x="256" y="94"/>
                    </a:lnTo>
                    <a:lnTo>
                      <a:pt x="246" y="90"/>
                    </a:lnTo>
                    <a:lnTo>
                      <a:pt x="246" y="90"/>
                    </a:lnTo>
                    <a:close/>
                    <a:moveTo>
                      <a:pt x="140" y="228"/>
                    </a:moveTo>
                    <a:lnTo>
                      <a:pt x="140" y="228"/>
                    </a:lnTo>
                    <a:lnTo>
                      <a:pt x="116" y="226"/>
                    </a:lnTo>
                    <a:lnTo>
                      <a:pt x="94" y="222"/>
                    </a:lnTo>
                    <a:lnTo>
                      <a:pt x="72" y="216"/>
                    </a:lnTo>
                    <a:lnTo>
                      <a:pt x="54" y="206"/>
                    </a:lnTo>
                    <a:lnTo>
                      <a:pt x="36" y="194"/>
                    </a:lnTo>
                    <a:lnTo>
                      <a:pt x="24" y="180"/>
                    </a:lnTo>
                    <a:lnTo>
                      <a:pt x="20" y="172"/>
                    </a:lnTo>
                    <a:lnTo>
                      <a:pt x="16" y="164"/>
                    </a:lnTo>
                    <a:lnTo>
                      <a:pt x="14" y="154"/>
                    </a:lnTo>
                    <a:lnTo>
                      <a:pt x="12" y="146"/>
                    </a:lnTo>
                    <a:lnTo>
                      <a:pt x="12" y="146"/>
                    </a:lnTo>
                    <a:lnTo>
                      <a:pt x="14" y="136"/>
                    </a:lnTo>
                    <a:lnTo>
                      <a:pt x="16" y="126"/>
                    </a:lnTo>
                    <a:lnTo>
                      <a:pt x="20" y="116"/>
                    </a:lnTo>
                    <a:lnTo>
                      <a:pt x="24" y="104"/>
                    </a:lnTo>
                    <a:lnTo>
                      <a:pt x="38" y="82"/>
                    </a:lnTo>
                    <a:lnTo>
                      <a:pt x="58" y="60"/>
                    </a:lnTo>
                    <a:lnTo>
                      <a:pt x="58" y="60"/>
                    </a:lnTo>
                    <a:lnTo>
                      <a:pt x="80" y="40"/>
                    </a:lnTo>
                    <a:lnTo>
                      <a:pt x="100" y="26"/>
                    </a:lnTo>
                    <a:lnTo>
                      <a:pt x="122" y="16"/>
                    </a:lnTo>
                    <a:lnTo>
                      <a:pt x="130" y="14"/>
                    </a:lnTo>
                    <a:lnTo>
                      <a:pt x="140" y="14"/>
                    </a:lnTo>
                    <a:lnTo>
                      <a:pt x="140" y="14"/>
                    </a:lnTo>
                    <a:lnTo>
                      <a:pt x="148" y="14"/>
                    </a:lnTo>
                    <a:lnTo>
                      <a:pt x="154" y="18"/>
                    </a:lnTo>
                    <a:lnTo>
                      <a:pt x="154" y="18"/>
                    </a:lnTo>
                    <a:lnTo>
                      <a:pt x="156" y="24"/>
                    </a:lnTo>
                    <a:lnTo>
                      <a:pt x="158" y="30"/>
                    </a:lnTo>
                    <a:lnTo>
                      <a:pt x="158" y="40"/>
                    </a:lnTo>
                    <a:lnTo>
                      <a:pt x="156" y="50"/>
                    </a:lnTo>
                    <a:lnTo>
                      <a:pt x="156" y="50"/>
                    </a:lnTo>
                    <a:lnTo>
                      <a:pt x="154" y="56"/>
                    </a:lnTo>
                    <a:lnTo>
                      <a:pt x="156" y="60"/>
                    </a:lnTo>
                    <a:lnTo>
                      <a:pt x="156" y="60"/>
                    </a:lnTo>
                    <a:lnTo>
                      <a:pt x="158" y="62"/>
                    </a:lnTo>
                    <a:lnTo>
                      <a:pt x="164" y="64"/>
                    </a:lnTo>
                    <a:lnTo>
                      <a:pt x="164" y="64"/>
                    </a:lnTo>
                    <a:lnTo>
                      <a:pt x="170" y="62"/>
                    </a:lnTo>
                    <a:lnTo>
                      <a:pt x="172" y="62"/>
                    </a:lnTo>
                    <a:lnTo>
                      <a:pt x="172" y="62"/>
                    </a:lnTo>
                    <a:lnTo>
                      <a:pt x="194" y="54"/>
                    </a:lnTo>
                    <a:lnTo>
                      <a:pt x="212" y="52"/>
                    </a:lnTo>
                    <a:lnTo>
                      <a:pt x="212" y="52"/>
                    </a:lnTo>
                    <a:lnTo>
                      <a:pt x="224" y="52"/>
                    </a:lnTo>
                    <a:lnTo>
                      <a:pt x="230" y="56"/>
                    </a:lnTo>
                    <a:lnTo>
                      <a:pt x="234" y="60"/>
                    </a:lnTo>
                    <a:lnTo>
                      <a:pt x="234" y="60"/>
                    </a:lnTo>
                    <a:lnTo>
                      <a:pt x="236" y="66"/>
                    </a:lnTo>
                    <a:lnTo>
                      <a:pt x="236" y="72"/>
                    </a:lnTo>
                    <a:lnTo>
                      <a:pt x="234" y="86"/>
                    </a:lnTo>
                    <a:lnTo>
                      <a:pt x="234" y="86"/>
                    </a:lnTo>
                    <a:lnTo>
                      <a:pt x="232" y="90"/>
                    </a:lnTo>
                    <a:lnTo>
                      <a:pt x="234" y="96"/>
                    </a:lnTo>
                    <a:lnTo>
                      <a:pt x="234" y="96"/>
                    </a:lnTo>
                    <a:lnTo>
                      <a:pt x="238" y="100"/>
                    </a:lnTo>
                    <a:lnTo>
                      <a:pt x="242" y="102"/>
                    </a:lnTo>
                    <a:lnTo>
                      <a:pt x="242" y="102"/>
                    </a:lnTo>
                    <a:lnTo>
                      <a:pt x="252" y="106"/>
                    </a:lnTo>
                    <a:lnTo>
                      <a:pt x="262" y="112"/>
                    </a:lnTo>
                    <a:lnTo>
                      <a:pt x="268" y="118"/>
                    </a:lnTo>
                    <a:lnTo>
                      <a:pt x="272" y="124"/>
                    </a:lnTo>
                    <a:lnTo>
                      <a:pt x="276" y="132"/>
                    </a:lnTo>
                    <a:lnTo>
                      <a:pt x="276" y="140"/>
                    </a:lnTo>
                    <a:lnTo>
                      <a:pt x="276" y="140"/>
                    </a:lnTo>
                    <a:lnTo>
                      <a:pt x="274" y="154"/>
                    </a:lnTo>
                    <a:lnTo>
                      <a:pt x="266" y="170"/>
                    </a:lnTo>
                    <a:lnTo>
                      <a:pt x="256" y="184"/>
                    </a:lnTo>
                    <a:lnTo>
                      <a:pt x="240" y="198"/>
                    </a:lnTo>
                    <a:lnTo>
                      <a:pt x="220" y="210"/>
                    </a:lnTo>
                    <a:lnTo>
                      <a:pt x="196" y="220"/>
                    </a:lnTo>
                    <a:lnTo>
                      <a:pt x="170" y="226"/>
                    </a:lnTo>
                    <a:lnTo>
                      <a:pt x="154" y="228"/>
                    </a:lnTo>
                    <a:lnTo>
                      <a:pt x="140" y="228"/>
                    </a:lnTo>
                    <a:lnTo>
                      <a:pt x="140" y="228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lIns="121904" tIns="60952" rIns="121904" bIns="60952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6" name="Freeform 154">
                <a:extLst>
                  <a:ext uri="{FF2B5EF4-FFF2-40B4-BE49-F238E27FC236}">
                    <a16:creationId xmlns:a16="http://schemas.microsoft.com/office/drawing/2014/main" id="{4C3C0FEB-AB6D-44D8-99E3-272DADA202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8513" y="2482850"/>
                <a:ext cx="320675" cy="222250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94" y="2"/>
                  </a:cxn>
                  <a:cxn ang="0">
                    <a:pos x="56" y="10"/>
                  </a:cxn>
                  <a:cxn ang="0">
                    <a:pos x="24" y="28"/>
                  </a:cxn>
                  <a:cxn ang="0">
                    <a:pos x="6" y="52"/>
                  </a:cxn>
                  <a:cxn ang="0">
                    <a:pos x="0" y="80"/>
                  </a:cxn>
                  <a:cxn ang="0">
                    <a:pos x="2" y="92"/>
                  </a:cxn>
                  <a:cxn ang="0">
                    <a:pos x="18" y="114"/>
                  </a:cxn>
                  <a:cxn ang="0">
                    <a:pos x="42" y="130"/>
                  </a:cxn>
                  <a:cxn ang="0">
                    <a:pos x="74" y="140"/>
                  </a:cxn>
                  <a:cxn ang="0">
                    <a:pos x="94" y="140"/>
                  </a:cxn>
                  <a:cxn ang="0">
                    <a:pos x="108" y="140"/>
                  </a:cxn>
                  <a:cxn ang="0">
                    <a:pos x="148" y="130"/>
                  </a:cxn>
                  <a:cxn ang="0">
                    <a:pos x="178" y="112"/>
                  </a:cxn>
                  <a:cxn ang="0">
                    <a:pos x="198" y="88"/>
                  </a:cxn>
                  <a:cxn ang="0">
                    <a:pos x="202" y="60"/>
                  </a:cxn>
                  <a:cxn ang="0">
                    <a:pos x="200" y="48"/>
                  </a:cxn>
                  <a:cxn ang="0">
                    <a:pos x="186" y="26"/>
                  </a:cxn>
                  <a:cxn ang="0">
                    <a:pos x="160" y="10"/>
                  </a:cxn>
                  <a:cxn ang="0">
                    <a:pos x="128" y="2"/>
                  </a:cxn>
                  <a:cxn ang="0">
                    <a:pos x="110" y="0"/>
                  </a:cxn>
                  <a:cxn ang="0">
                    <a:pos x="108" y="126"/>
                  </a:cxn>
                  <a:cxn ang="0">
                    <a:pos x="94" y="128"/>
                  </a:cxn>
                  <a:cxn ang="0">
                    <a:pos x="62" y="124"/>
                  </a:cxn>
                  <a:cxn ang="0">
                    <a:pos x="38" y="114"/>
                  </a:cxn>
                  <a:cxn ang="0">
                    <a:pos x="20" y="98"/>
                  </a:cxn>
                  <a:cxn ang="0">
                    <a:pos x="12" y="80"/>
                  </a:cxn>
                  <a:cxn ang="0">
                    <a:pos x="14" y="68"/>
                  </a:cxn>
                  <a:cxn ang="0">
                    <a:pos x="24" y="46"/>
                  </a:cxn>
                  <a:cxn ang="0">
                    <a:pos x="48" y="28"/>
                  </a:cxn>
                  <a:cxn ang="0">
                    <a:pos x="78" y="16"/>
                  </a:cxn>
                  <a:cxn ang="0">
                    <a:pos x="96" y="14"/>
                  </a:cxn>
                  <a:cxn ang="0">
                    <a:pos x="110" y="14"/>
                  </a:cxn>
                  <a:cxn ang="0">
                    <a:pos x="140" y="16"/>
                  </a:cxn>
                  <a:cxn ang="0">
                    <a:pos x="166" y="28"/>
                  </a:cxn>
                  <a:cxn ang="0">
                    <a:pos x="182" y="42"/>
                  </a:cxn>
                  <a:cxn ang="0">
                    <a:pos x="190" y="62"/>
                  </a:cxn>
                  <a:cxn ang="0">
                    <a:pos x="190" y="72"/>
                  </a:cxn>
                  <a:cxn ang="0">
                    <a:pos x="178" y="94"/>
                  </a:cxn>
                  <a:cxn ang="0">
                    <a:pos x="156" y="112"/>
                  </a:cxn>
                  <a:cxn ang="0">
                    <a:pos x="124" y="124"/>
                  </a:cxn>
                  <a:cxn ang="0">
                    <a:pos x="108" y="126"/>
                  </a:cxn>
                </a:cxnLst>
                <a:rect l="0" t="0" r="r" b="b"/>
                <a:pathLst>
                  <a:path w="202" h="140">
                    <a:moveTo>
                      <a:pt x="110" y="0"/>
                    </a:moveTo>
                    <a:lnTo>
                      <a:pt x="110" y="0"/>
                    </a:lnTo>
                    <a:lnTo>
                      <a:pt x="94" y="2"/>
                    </a:lnTo>
                    <a:lnTo>
                      <a:pt x="94" y="2"/>
                    </a:lnTo>
                    <a:lnTo>
                      <a:pt x="74" y="4"/>
                    </a:lnTo>
                    <a:lnTo>
                      <a:pt x="56" y="10"/>
                    </a:lnTo>
                    <a:lnTo>
                      <a:pt x="40" y="18"/>
                    </a:lnTo>
                    <a:lnTo>
                      <a:pt x="24" y="28"/>
                    </a:lnTo>
                    <a:lnTo>
                      <a:pt x="14" y="40"/>
                    </a:lnTo>
                    <a:lnTo>
                      <a:pt x="6" y="52"/>
                    </a:lnTo>
                    <a:lnTo>
                      <a:pt x="0" y="66"/>
                    </a:lnTo>
                    <a:lnTo>
                      <a:pt x="0" y="80"/>
                    </a:lnTo>
                    <a:lnTo>
                      <a:pt x="0" y="80"/>
                    </a:lnTo>
                    <a:lnTo>
                      <a:pt x="2" y="92"/>
                    </a:lnTo>
                    <a:lnTo>
                      <a:pt x="8" y="104"/>
                    </a:lnTo>
                    <a:lnTo>
                      <a:pt x="18" y="114"/>
                    </a:lnTo>
                    <a:lnTo>
                      <a:pt x="30" y="124"/>
                    </a:lnTo>
                    <a:lnTo>
                      <a:pt x="42" y="130"/>
                    </a:lnTo>
                    <a:lnTo>
                      <a:pt x="58" y="136"/>
                    </a:lnTo>
                    <a:lnTo>
                      <a:pt x="74" y="140"/>
                    </a:lnTo>
                    <a:lnTo>
                      <a:pt x="94" y="140"/>
                    </a:lnTo>
                    <a:lnTo>
                      <a:pt x="94" y="140"/>
                    </a:lnTo>
                    <a:lnTo>
                      <a:pt x="108" y="140"/>
                    </a:lnTo>
                    <a:lnTo>
                      <a:pt x="108" y="140"/>
                    </a:lnTo>
                    <a:lnTo>
                      <a:pt x="128" y="136"/>
                    </a:lnTo>
                    <a:lnTo>
                      <a:pt x="148" y="130"/>
                    </a:lnTo>
                    <a:lnTo>
                      <a:pt x="164" y="122"/>
                    </a:lnTo>
                    <a:lnTo>
                      <a:pt x="178" y="112"/>
                    </a:lnTo>
                    <a:lnTo>
                      <a:pt x="190" y="100"/>
                    </a:lnTo>
                    <a:lnTo>
                      <a:pt x="198" y="88"/>
                    </a:lnTo>
                    <a:lnTo>
                      <a:pt x="202" y="74"/>
                    </a:lnTo>
                    <a:lnTo>
                      <a:pt x="202" y="60"/>
                    </a:lnTo>
                    <a:lnTo>
                      <a:pt x="202" y="60"/>
                    </a:lnTo>
                    <a:lnTo>
                      <a:pt x="200" y="48"/>
                    </a:lnTo>
                    <a:lnTo>
                      <a:pt x="194" y="36"/>
                    </a:lnTo>
                    <a:lnTo>
                      <a:pt x="186" y="26"/>
                    </a:lnTo>
                    <a:lnTo>
                      <a:pt x="174" y="18"/>
                    </a:lnTo>
                    <a:lnTo>
                      <a:pt x="160" y="10"/>
                    </a:lnTo>
                    <a:lnTo>
                      <a:pt x="146" y="4"/>
                    </a:lnTo>
                    <a:lnTo>
                      <a:pt x="128" y="2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  <a:moveTo>
                      <a:pt x="108" y="126"/>
                    </a:moveTo>
                    <a:lnTo>
                      <a:pt x="108" y="126"/>
                    </a:lnTo>
                    <a:lnTo>
                      <a:pt x="94" y="128"/>
                    </a:lnTo>
                    <a:lnTo>
                      <a:pt x="94" y="128"/>
                    </a:lnTo>
                    <a:lnTo>
                      <a:pt x="78" y="126"/>
                    </a:lnTo>
                    <a:lnTo>
                      <a:pt x="62" y="124"/>
                    </a:lnTo>
                    <a:lnTo>
                      <a:pt x="50" y="120"/>
                    </a:lnTo>
                    <a:lnTo>
                      <a:pt x="38" y="114"/>
                    </a:lnTo>
                    <a:lnTo>
                      <a:pt x="28" y="106"/>
                    </a:lnTo>
                    <a:lnTo>
                      <a:pt x="20" y="98"/>
                    </a:lnTo>
                    <a:lnTo>
                      <a:pt x="16" y="90"/>
                    </a:lnTo>
                    <a:lnTo>
                      <a:pt x="12" y="80"/>
                    </a:lnTo>
                    <a:lnTo>
                      <a:pt x="12" y="80"/>
                    </a:lnTo>
                    <a:lnTo>
                      <a:pt x="14" y="68"/>
                    </a:lnTo>
                    <a:lnTo>
                      <a:pt x="18" y="56"/>
                    </a:lnTo>
                    <a:lnTo>
                      <a:pt x="24" y="46"/>
                    </a:lnTo>
                    <a:lnTo>
                      <a:pt x="34" y="36"/>
                    </a:lnTo>
                    <a:lnTo>
                      <a:pt x="48" y="28"/>
                    </a:lnTo>
                    <a:lnTo>
                      <a:pt x="62" y="22"/>
                    </a:lnTo>
                    <a:lnTo>
                      <a:pt x="78" y="16"/>
                    </a:lnTo>
                    <a:lnTo>
                      <a:pt x="96" y="14"/>
                    </a:lnTo>
                    <a:lnTo>
                      <a:pt x="96" y="14"/>
                    </a:lnTo>
                    <a:lnTo>
                      <a:pt x="110" y="14"/>
                    </a:lnTo>
                    <a:lnTo>
                      <a:pt x="110" y="14"/>
                    </a:lnTo>
                    <a:lnTo>
                      <a:pt x="126" y="14"/>
                    </a:lnTo>
                    <a:lnTo>
                      <a:pt x="140" y="16"/>
                    </a:lnTo>
                    <a:lnTo>
                      <a:pt x="154" y="22"/>
                    </a:lnTo>
                    <a:lnTo>
                      <a:pt x="166" y="28"/>
                    </a:lnTo>
                    <a:lnTo>
                      <a:pt x="174" y="34"/>
                    </a:lnTo>
                    <a:lnTo>
                      <a:pt x="182" y="42"/>
                    </a:lnTo>
                    <a:lnTo>
                      <a:pt x="188" y="5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72"/>
                    </a:lnTo>
                    <a:lnTo>
                      <a:pt x="186" y="84"/>
                    </a:lnTo>
                    <a:lnTo>
                      <a:pt x="178" y="94"/>
                    </a:lnTo>
                    <a:lnTo>
                      <a:pt x="168" y="104"/>
                    </a:lnTo>
                    <a:lnTo>
                      <a:pt x="156" y="112"/>
                    </a:lnTo>
                    <a:lnTo>
                      <a:pt x="142" y="118"/>
                    </a:lnTo>
                    <a:lnTo>
                      <a:pt x="124" y="124"/>
                    </a:lnTo>
                    <a:lnTo>
                      <a:pt x="108" y="126"/>
                    </a:lnTo>
                    <a:lnTo>
                      <a:pt x="108" y="12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lIns="121904" tIns="60952" rIns="121904" bIns="60952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" name="Freeform 155">
                <a:extLst>
                  <a:ext uri="{FF2B5EF4-FFF2-40B4-BE49-F238E27FC236}">
                    <a16:creationId xmlns:a16="http://schemas.microsoft.com/office/drawing/2014/main" id="{26633BC5-2273-4F46-9034-808583FA74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75188" y="2536825"/>
                <a:ext cx="142875" cy="123825"/>
              </a:xfrm>
              <a:custGeom>
                <a:avLst/>
                <a:gdLst/>
                <a:ahLst/>
                <a:cxnLst>
                  <a:cxn ang="0">
                    <a:pos x="48" y="0"/>
                  </a:cxn>
                  <a:cxn ang="0">
                    <a:pos x="38" y="2"/>
                  </a:cxn>
                  <a:cxn ang="0">
                    <a:pos x="22" y="8"/>
                  </a:cxn>
                  <a:cxn ang="0">
                    <a:pos x="8" y="18"/>
                  </a:cxn>
                  <a:cxn ang="0">
                    <a:pos x="4" y="26"/>
                  </a:cxn>
                  <a:cxn ang="0">
                    <a:pos x="0" y="40"/>
                  </a:cxn>
                  <a:cxn ang="0">
                    <a:pos x="0" y="48"/>
                  </a:cxn>
                  <a:cxn ang="0">
                    <a:pos x="6" y="60"/>
                  </a:cxn>
                  <a:cxn ang="0">
                    <a:pos x="14" y="70"/>
                  </a:cxn>
                  <a:cxn ang="0">
                    <a:pos x="42" y="78"/>
                  </a:cxn>
                  <a:cxn ang="0">
                    <a:pos x="42" y="78"/>
                  </a:cxn>
                  <a:cxn ang="0">
                    <a:pos x="52" y="78"/>
                  </a:cxn>
                  <a:cxn ang="0">
                    <a:pos x="70" y="72"/>
                  </a:cxn>
                  <a:cxn ang="0">
                    <a:pos x="82" y="60"/>
                  </a:cxn>
                  <a:cxn ang="0">
                    <a:pos x="86" y="54"/>
                  </a:cxn>
                  <a:cxn ang="0">
                    <a:pos x="90" y="38"/>
                  </a:cxn>
                  <a:cxn ang="0">
                    <a:pos x="90" y="30"/>
                  </a:cxn>
                  <a:cxn ang="0">
                    <a:pos x="84" y="18"/>
                  </a:cxn>
                  <a:cxn ang="0">
                    <a:pos x="76" y="8"/>
                  </a:cxn>
                  <a:cxn ang="0">
                    <a:pos x="48" y="0"/>
                  </a:cxn>
                  <a:cxn ang="0">
                    <a:pos x="72" y="52"/>
                  </a:cxn>
                  <a:cxn ang="0">
                    <a:pos x="62" y="60"/>
                  </a:cxn>
                  <a:cxn ang="0">
                    <a:pos x="50" y="64"/>
                  </a:cxn>
                  <a:cxn ang="0">
                    <a:pos x="42" y="66"/>
                  </a:cxn>
                  <a:cxn ang="0">
                    <a:pos x="42" y="66"/>
                  </a:cxn>
                  <a:cxn ang="0">
                    <a:pos x="24" y="60"/>
                  </a:cxn>
                  <a:cxn ang="0">
                    <a:pos x="14" y="46"/>
                  </a:cxn>
                  <a:cxn ang="0">
                    <a:pos x="14" y="36"/>
                  </a:cxn>
                  <a:cxn ang="0">
                    <a:pos x="18" y="26"/>
                  </a:cxn>
                  <a:cxn ang="0">
                    <a:pos x="40" y="14"/>
                  </a:cxn>
                  <a:cxn ang="0">
                    <a:pos x="48" y="14"/>
                  </a:cxn>
                  <a:cxn ang="0">
                    <a:pos x="58" y="14"/>
                  </a:cxn>
                  <a:cxn ang="0">
                    <a:pos x="74" y="24"/>
                  </a:cxn>
                  <a:cxn ang="0">
                    <a:pos x="78" y="32"/>
                  </a:cxn>
                  <a:cxn ang="0">
                    <a:pos x="72" y="52"/>
                  </a:cxn>
                </a:cxnLst>
                <a:rect l="0" t="0" r="r" b="b"/>
                <a:pathLst>
                  <a:path w="90" h="78">
                    <a:moveTo>
                      <a:pt x="48" y="0"/>
                    </a:moveTo>
                    <a:lnTo>
                      <a:pt x="48" y="0"/>
                    </a:lnTo>
                    <a:lnTo>
                      <a:pt x="38" y="2"/>
                    </a:lnTo>
                    <a:lnTo>
                      <a:pt x="38" y="2"/>
                    </a:lnTo>
                    <a:lnTo>
                      <a:pt x="30" y="4"/>
                    </a:lnTo>
                    <a:lnTo>
                      <a:pt x="22" y="8"/>
                    </a:lnTo>
                    <a:lnTo>
                      <a:pt x="14" y="12"/>
                    </a:lnTo>
                    <a:lnTo>
                      <a:pt x="8" y="18"/>
                    </a:lnTo>
                    <a:lnTo>
                      <a:pt x="8" y="18"/>
                    </a:lnTo>
                    <a:lnTo>
                      <a:pt x="4" y="26"/>
                    </a:lnTo>
                    <a:lnTo>
                      <a:pt x="2" y="32"/>
                    </a:lnTo>
                    <a:lnTo>
                      <a:pt x="0" y="4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2" y="54"/>
                    </a:lnTo>
                    <a:lnTo>
                      <a:pt x="6" y="60"/>
                    </a:lnTo>
                    <a:lnTo>
                      <a:pt x="10" y="66"/>
                    </a:lnTo>
                    <a:lnTo>
                      <a:pt x="14" y="70"/>
                    </a:lnTo>
                    <a:lnTo>
                      <a:pt x="28" y="76"/>
                    </a:lnTo>
                    <a:lnTo>
                      <a:pt x="42" y="78"/>
                    </a:lnTo>
                    <a:lnTo>
                      <a:pt x="42" y="78"/>
                    </a:lnTo>
                    <a:lnTo>
                      <a:pt x="42" y="78"/>
                    </a:lnTo>
                    <a:lnTo>
                      <a:pt x="52" y="78"/>
                    </a:lnTo>
                    <a:lnTo>
                      <a:pt x="52" y="78"/>
                    </a:lnTo>
                    <a:lnTo>
                      <a:pt x="62" y="76"/>
                    </a:lnTo>
                    <a:lnTo>
                      <a:pt x="70" y="72"/>
                    </a:lnTo>
                    <a:lnTo>
                      <a:pt x="76" y="66"/>
                    </a:lnTo>
                    <a:lnTo>
                      <a:pt x="82" y="60"/>
                    </a:lnTo>
                    <a:lnTo>
                      <a:pt x="82" y="60"/>
                    </a:lnTo>
                    <a:lnTo>
                      <a:pt x="86" y="54"/>
                    </a:lnTo>
                    <a:lnTo>
                      <a:pt x="90" y="46"/>
                    </a:lnTo>
                    <a:lnTo>
                      <a:pt x="90" y="38"/>
                    </a:lnTo>
                    <a:lnTo>
                      <a:pt x="90" y="30"/>
                    </a:lnTo>
                    <a:lnTo>
                      <a:pt x="90" y="30"/>
                    </a:lnTo>
                    <a:lnTo>
                      <a:pt x="88" y="24"/>
                    </a:lnTo>
                    <a:lnTo>
                      <a:pt x="84" y="18"/>
                    </a:lnTo>
                    <a:lnTo>
                      <a:pt x="80" y="12"/>
                    </a:lnTo>
                    <a:lnTo>
                      <a:pt x="76" y="8"/>
                    </a:lnTo>
                    <a:lnTo>
                      <a:pt x="62" y="2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  <a:moveTo>
                      <a:pt x="72" y="52"/>
                    </a:moveTo>
                    <a:lnTo>
                      <a:pt x="72" y="52"/>
                    </a:lnTo>
                    <a:lnTo>
                      <a:pt x="62" y="60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32" y="64"/>
                    </a:lnTo>
                    <a:lnTo>
                      <a:pt x="24" y="60"/>
                    </a:lnTo>
                    <a:lnTo>
                      <a:pt x="16" y="54"/>
                    </a:lnTo>
                    <a:lnTo>
                      <a:pt x="14" y="46"/>
                    </a:lnTo>
                    <a:lnTo>
                      <a:pt x="14" y="46"/>
                    </a:lnTo>
                    <a:lnTo>
                      <a:pt x="14" y="36"/>
                    </a:lnTo>
                    <a:lnTo>
                      <a:pt x="18" y="26"/>
                    </a:lnTo>
                    <a:lnTo>
                      <a:pt x="18" y="26"/>
                    </a:lnTo>
                    <a:lnTo>
                      <a:pt x="28" y="18"/>
                    </a:lnTo>
                    <a:lnTo>
                      <a:pt x="40" y="14"/>
                    </a:lnTo>
                    <a:lnTo>
                      <a:pt x="40" y="14"/>
                    </a:lnTo>
                    <a:lnTo>
                      <a:pt x="48" y="14"/>
                    </a:lnTo>
                    <a:lnTo>
                      <a:pt x="48" y="14"/>
                    </a:lnTo>
                    <a:lnTo>
                      <a:pt x="58" y="14"/>
                    </a:lnTo>
                    <a:lnTo>
                      <a:pt x="68" y="18"/>
                    </a:lnTo>
                    <a:lnTo>
                      <a:pt x="74" y="24"/>
                    </a:lnTo>
                    <a:lnTo>
                      <a:pt x="78" y="32"/>
                    </a:lnTo>
                    <a:lnTo>
                      <a:pt x="78" y="32"/>
                    </a:lnTo>
                    <a:lnTo>
                      <a:pt x="76" y="42"/>
                    </a:lnTo>
                    <a:lnTo>
                      <a:pt x="72" y="52"/>
                    </a:lnTo>
                    <a:lnTo>
                      <a:pt x="72" y="5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lIns="121904" tIns="60952" rIns="121904" bIns="60952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926AFD4-8083-4965-A8E1-16E83E3966F9}"/>
              </a:ext>
            </a:extLst>
          </p:cNvPr>
          <p:cNvGrpSpPr/>
          <p:nvPr/>
        </p:nvGrpSpPr>
        <p:grpSpPr>
          <a:xfrm>
            <a:off x="6697063" y="1116363"/>
            <a:ext cx="557663" cy="557663"/>
            <a:chOff x="5956188" y="1530048"/>
            <a:chExt cx="418247" cy="418247"/>
          </a:xfrm>
          <a:solidFill>
            <a:srgbClr val="FF3300"/>
          </a:solidFill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2D3191B-37D6-4371-AB02-34FDFB939FA1}"/>
                </a:ext>
              </a:extLst>
            </p:cNvPr>
            <p:cNvSpPr/>
            <p:nvPr/>
          </p:nvSpPr>
          <p:spPr>
            <a:xfrm>
              <a:off x="5956188" y="1530048"/>
              <a:ext cx="418247" cy="418247"/>
            </a:xfrm>
            <a:prstGeom prst="ellipse">
              <a:avLst/>
            </a:prstGeom>
            <a:grp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32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0" name="Freeform 156">
              <a:extLst>
                <a:ext uri="{FF2B5EF4-FFF2-40B4-BE49-F238E27FC236}">
                  <a16:creationId xmlns:a16="http://schemas.microsoft.com/office/drawing/2014/main" id="{EEB667E0-1BF5-492E-9DC8-7255D681B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3700" y="1612262"/>
              <a:ext cx="255558" cy="242700"/>
            </a:xfrm>
            <a:custGeom>
              <a:avLst/>
              <a:gdLst/>
              <a:ahLst/>
              <a:cxnLst>
                <a:cxn ang="0">
                  <a:pos x="30" y="302"/>
                </a:cxn>
                <a:cxn ang="0">
                  <a:pos x="24" y="300"/>
                </a:cxn>
                <a:cxn ang="0">
                  <a:pos x="8" y="292"/>
                </a:cxn>
                <a:cxn ang="0">
                  <a:pos x="0" y="278"/>
                </a:cxn>
                <a:cxn ang="0">
                  <a:pos x="0" y="238"/>
                </a:cxn>
                <a:cxn ang="0">
                  <a:pos x="2" y="230"/>
                </a:cxn>
                <a:cxn ang="0">
                  <a:pos x="12" y="214"/>
                </a:cxn>
                <a:cxn ang="0">
                  <a:pos x="100" y="186"/>
                </a:cxn>
                <a:cxn ang="0">
                  <a:pos x="90" y="166"/>
                </a:cxn>
                <a:cxn ang="0">
                  <a:pos x="76" y="120"/>
                </a:cxn>
                <a:cxn ang="0">
                  <a:pos x="74" y="94"/>
                </a:cxn>
                <a:cxn ang="0">
                  <a:pos x="80" y="56"/>
                </a:cxn>
                <a:cxn ang="0">
                  <a:pos x="98" y="26"/>
                </a:cxn>
                <a:cxn ang="0">
                  <a:pos x="124" y="6"/>
                </a:cxn>
                <a:cxn ang="0">
                  <a:pos x="158" y="0"/>
                </a:cxn>
                <a:cxn ang="0">
                  <a:pos x="176" y="2"/>
                </a:cxn>
                <a:cxn ang="0">
                  <a:pos x="208" y="16"/>
                </a:cxn>
                <a:cxn ang="0">
                  <a:pos x="230" y="40"/>
                </a:cxn>
                <a:cxn ang="0">
                  <a:pos x="242" y="74"/>
                </a:cxn>
                <a:cxn ang="0">
                  <a:pos x="244" y="94"/>
                </a:cxn>
                <a:cxn ang="0">
                  <a:pos x="236" y="144"/>
                </a:cxn>
                <a:cxn ang="0">
                  <a:pos x="216" y="186"/>
                </a:cxn>
                <a:cxn ang="0">
                  <a:pos x="296" y="210"/>
                </a:cxn>
                <a:cxn ang="0">
                  <a:pos x="312" y="222"/>
                </a:cxn>
                <a:cxn ang="0">
                  <a:pos x="318" y="238"/>
                </a:cxn>
                <a:cxn ang="0">
                  <a:pos x="318" y="272"/>
                </a:cxn>
                <a:cxn ang="0">
                  <a:pos x="316" y="284"/>
                </a:cxn>
                <a:cxn ang="0">
                  <a:pos x="300" y="300"/>
                </a:cxn>
                <a:cxn ang="0">
                  <a:pos x="288" y="302"/>
                </a:cxn>
                <a:cxn ang="0">
                  <a:pos x="158" y="16"/>
                </a:cxn>
                <a:cxn ang="0">
                  <a:pos x="144" y="18"/>
                </a:cxn>
                <a:cxn ang="0">
                  <a:pos x="118" y="28"/>
                </a:cxn>
                <a:cxn ang="0">
                  <a:pos x="102" y="48"/>
                </a:cxn>
                <a:cxn ang="0">
                  <a:pos x="92" y="78"/>
                </a:cxn>
                <a:cxn ang="0">
                  <a:pos x="90" y="94"/>
                </a:cxn>
                <a:cxn ang="0">
                  <a:pos x="98" y="144"/>
                </a:cxn>
                <a:cxn ang="0">
                  <a:pos x="120" y="184"/>
                </a:cxn>
                <a:cxn ang="0">
                  <a:pos x="26" y="226"/>
                </a:cxn>
                <a:cxn ang="0">
                  <a:pos x="22" y="228"/>
                </a:cxn>
                <a:cxn ang="0">
                  <a:pos x="16" y="234"/>
                </a:cxn>
                <a:cxn ang="0">
                  <a:pos x="16" y="272"/>
                </a:cxn>
                <a:cxn ang="0">
                  <a:pos x="18" y="276"/>
                </a:cxn>
                <a:cxn ang="0">
                  <a:pos x="24" y="284"/>
                </a:cxn>
                <a:cxn ang="0">
                  <a:pos x="288" y="286"/>
                </a:cxn>
                <a:cxn ang="0">
                  <a:pos x="292" y="284"/>
                </a:cxn>
                <a:cxn ang="0">
                  <a:pos x="300" y="278"/>
                </a:cxn>
                <a:cxn ang="0">
                  <a:pos x="302" y="272"/>
                </a:cxn>
                <a:cxn ang="0">
                  <a:pos x="302" y="238"/>
                </a:cxn>
                <a:cxn ang="0">
                  <a:pos x="298" y="230"/>
                </a:cxn>
                <a:cxn ang="0">
                  <a:pos x="292" y="226"/>
                </a:cxn>
                <a:cxn ang="0">
                  <a:pos x="198" y="184"/>
                </a:cxn>
                <a:cxn ang="0">
                  <a:pos x="210" y="166"/>
                </a:cxn>
                <a:cxn ang="0">
                  <a:pos x="224" y="120"/>
                </a:cxn>
                <a:cxn ang="0">
                  <a:pos x="226" y="94"/>
                </a:cxn>
                <a:cxn ang="0">
                  <a:pos x="222" y="62"/>
                </a:cxn>
                <a:cxn ang="0">
                  <a:pos x="208" y="38"/>
                </a:cxn>
                <a:cxn ang="0">
                  <a:pos x="188" y="22"/>
                </a:cxn>
                <a:cxn ang="0">
                  <a:pos x="158" y="16"/>
                </a:cxn>
              </a:cxnLst>
              <a:rect l="0" t="0" r="r" b="b"/>
              <a:pathLst>
                <a:path w="318" h="302">
                  <a:moveTo>
                    <a:pt x="288" y="302"/>
                  </a:moveTo>
                  <a:lnTo>
                    <a:pt x="30" y="302"/>
                  </a:lnTo>
                  <a:lnTo>
                    <a:pt x="30" y="302"/>
                  </a:lnTo>
                  <a:lnTo>
                    <a:pt x="24" y="300"/>
                  </a:lnTo>
                  <a:lnTo>
                    <a:pt x="18" y="300"/>
                  </a:lnTo>
                  <a:lnTo>
                    <a:pt x="8" y="292"/>
                  </a:lnTo>
                  <a:lnTo>
                    <a:pt x="2" y="284"/>
                  </a:lnTo>
                  <a:lnTo>
                    <a:pt x="0" y="278"/>
                  </a:lnTo>
                  <a:lnTo>
                    <a:pt x="0" y="272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2" y="230"/>
                  </a:lnTo>
                  <a:lnTo>
                    <a:pt x="6" y="222"/>
                  </a:lnTo>
                  <a:lnTo>
                    <a:pt x="12" y="214"/>
                  </a:lnTo>
                  <a:lnTo>
                    <a:pt x="20" y="210"/>
                  </a:lnTo>
                  <a:lnTo>
                    <a:pt x="100" y="186"/>
                  </a:lnTo>
                  <a:lnTo>
                    <a:pt x="100" y="186"/>
                  </a:lnTo>
                  <a:lnTo>
                    <a:pt x="90" y="166"/>
                  </a:lnTo>
                  <a:lnTo>
                    <a:pt x="82" y="144"/>
                  </a:lnTo>
                  <a:lnTo>
                    <a:pt x="76" y="120"/>
                  </a:lnTo>
                  <a:lnTo>
                    <a:pt x="74" y="94"/>
                  </a:lnTo>
                  <a:lnTo>
                    <a:pt x="74" y="94"/>
                  </a:lnTo>
                  <a:lnTo>
                    <a:pt x="76" y="74"/>
                  </a:lnTo>
                  <a:lnTo>
                    <a:pt x="80" y="56"/>
                  </a:lnTo>
                  <a:lnTo>
                    <a:pt x="88" y="40"/>
                  </a:lnTo>
                  <a:lnTo>
                    <a:pt x="98" y="26"/>
                  </a:lnTo>
                  <a:lnTo>
                    <a:pt x="110" y="16"/>
                  </a:lnTo>
                  <a:lnTo>
                    <a:pt x="124" y="6"/>
                  </a:lnTo>
                  <a:lnTo>
                    <a:pt x="140" y="2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76" y="2"/>
                  </a:lnTo>
                  <a:lnTo>
                    <a:pt x="194" y="6"/>
                  </a:lnTo>
                  <a:lnTo>
                    <a:pt x="208" y="16"/>
                  </a:lnTo>
                  <a:lnTo>
                    <a:pt x="220" y="26"/>
                  </a:lnTo>
                  <a:lnTo>
                    <a:pt x="230" y="40"/>
                  </a:lnTo>
                  <a:lnTo>
                    <a:pt x="238" y="56"/>
                  </a:lnTo>
                  <a:lnTo>
                    <a:pt x="242" y="74"/>
                  </a:lnTo>
                  <a:lnTo>
                    <a:pt x="244" y="94"/>
                  </a:lnTo>
                  <a:lnTo>
                    <a:pt x="244" y="94"/>
                  </a:lnTo>
                  <a:lnTo>
                    <a:pt x="242" y="120"/>
                  </a:lnTo>
                  <a:lnTo>
                    <a:pt x="236" y="144"/>
                  </a:lnTo>
                  <a:lnTo>
                    <a:pt x="228" y="166"/>
                  </a:lnTo>
                  <a:lnTo>
                    <a:pt x="216" y="186"/>
                  </a:lnTo>
                  <a:lnTo>
                    <a:pt x="296" y="210"/>
                  </a:lnTo>
                  <a:lnTo>
                    <a:pt x="296" y="210"/>
                  </a:lnTo>
                  <a:lnTo>
                    <a:pt x="306" y="214"/>
                  </a:lnTo>
                  <a:lnTo>
                    <a:pt x="312" y="222"/>
                  </a:lnTo>
                  <a:lnTo>
                    <a:pt x="316" y="230"/>
                  </a:lnTo>
                  <a:lnTo>
                    <a:pt x="318" y="238"/>
                  </a:lnTo>
                  <a:lnTo>
                    <a:pt x="318" y="272"/>
                  </a:lnTo>
                  <a:lnTo>
                    <a:pt x="318" y="272"/>
                  </a:lnTo>
                  <a:lnTo>
                    <a:pt x="316" y="278"/>
                  </a:lnTo>
                  <a:lnTo>
                    <a:pt x="316" y="284"/>
                  </a:lnTo>
                  <a:lnTo>
                    <a:pt x="308" y="292"/>
                  </a:lnTo>
                  <a:lnTo>
                    <a:pt x="300" y="300"/>
                  </a:lnTo>
                  <a:lnTo>
                    <a:pt x="294" y="300"/>
                  </a:lnTo>
                  <a:lnTo>
                    <a:pt x="288" y="302"/>
                  </a:lnTo>
                  <a:lnTo>
                    <a:pt x="288" y="302"/>
                  </a:lnTo>
                  <a:close/>
                  <a:moveTo>
                    <a:pt x="158" y="16"/>
                  </a:moveTo>
                  <a:lnTo>
                    <a:pt x="158" y="16"/>
                  </a:lnTo>
                  <a:lnTo>
                    <a:pt x="144" y="18"/>
                  </a:lnTo>
                  <a:lnTo>
                    <a:pt x="130" y="22"/>
                  </a:lnTo>
                  <a:lnTo>
                    <a:pt x="118" y="28"/>
                  </a:lnTo>
                  <a:lnTo>
                    <a:pt x="108" y="38"/>
                  </a:lnTo>
                  <a:lnTo>
                    <a:pt x="102" y="48"/>
                  </a:lnTo>
                  <a:lnTo>
                    <a:pt x="96" y="62"/>
                  </a:lnTo>
                  <a:lnTo>
                    <a:pt x="92" y="7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92" y="120"/>
                  </a:lnTo>
                  <a:lnTo>
                    <a:pt x="98" y="144"/>
                  </a:lnTo>
                  <a:lnTo>
                    <a:pt x="108" y="166"/>
                  </a:lnTo>
                  <a:lnTo>
                    <a:pt x="120" y="184"/>
                  </a:lnTo>
                  <a:lnTo>
                    <a:pt x="128" y="194"/>
                  </a:lnTo>
                  <a:lnTo>
                    <a:pt x="26" y="226"/>
                  </a:lnTo>
                  <a:lnTo>
                    <a:pt x="26" y="226"/>
                  </a:lnTo>
                  <a:lnTo>
                    <a:pt x="22" y="228"/>
                  </a:lnTo>
                  <a:lnTo>
                    <a:pt x="18" y="230"/>
                  </a:lnTo>
                  <a:lnTo>
                    <a:pt x="16" y="234"/>
                  </a:lnTo>
                  <a:lnTo>
                    <a:pt x="16" y="238"/>
                  </a:lnTo>
                  <a:lnTo>
                    <a:pt x="16" y="272"/>
                  </a:lnTo>
                  <a:lnTo>
                    <a:pt x="16" y="272"/>
                  </a:lnTo>
                  <a:lnTo>
                    <a:pt x="18" y="276"/>
                  </a:lnTo>
                  <a:lnTo>
                    <a:pt x="20" y="282"/>
                  </a:lnTo>
                  <a:lnTo>
                    <a:pt x="24" y="284"/>
                  </a:lnTo>
                  <a:lnTo>
                    <a:pt x="30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92" y="284"/>
                  </a:lnTo>
                  <a:lnTo>
                    <a:pt x="296" y="282"/>
                  </a:lnTo>
                  <a:lnTo>
                    <a:pt x="300" y="278"/>
                  </a:lnTo>
                  <a:lnTo>
                    <a:pt x="302" y="272"/>
                  </a:lnTo>
                  <a:lnTo>
                    <a:pt x="302" y="272"/>
                  </a:lnTo>
                  <a:lnTo>
                    <a:pt x="302" y="238"/>
                  </a:lnTo>
                  <a:lnTo>
                    <a:pt x="302" y="238"/>
                  </a:lnTo>
                  <a:lnTo>
                    <a:pt x="300" y="234"/>
                  </a:lnTo>
                  <a:lnTo>
                    <a:pt x="298" y="230"/>
                  </a:lnTo>
                  <a:lnTo>
                    <a:pt x="296" y="228"/>
                  </a:lnTo>
                  <a:lnTo>
                    <a:pt x="292" y="226"/>
                  </a:lnTo>
                  <a:lnTo>
                    <a:pt x="190" y="194"/>
                  </a:lnTo>
                  <a:lnTo>
                    <a:pt x="198" y="184"/>
                  </a:lnTo>
                  <a:lnTo>
                    <a:pt x="198" y="184"/>
                  </a:lnTo>
                  <a:lnTo>
                    <a:pt x="210" y="166"/>
                  </a:lnTo>
                  <a:lnTo>
                    <a:pt x="218" y="144"/>
                  </a:lnTo>
                  <a:lnTo>
                    <a:pt x="224" y="120"/>
                  </a:lnTo>
                  <a:lnTo>
                    <a:pt x="226" y="94"/>
                  </a:lnTo>
                  <a:lnTo>
                    <a:pt x="226" y="94"/>
                  </a:lnTo>
                  <a:lnTo>
                    <a:pt x="226" y="78"/>
                  </a:lnTo>
                  <a:lnTo>
                    <a:pt x="222" y="62"/>
                  </a:lnTo>
                  <a:lnTo>
                    <a:pt x="216" y="48"/>
                  </a:lnTo>
                  <a:lnTo>
                    <a:pt x="208" y="38"/>
                  </a:lnTo>
                  <a:lnTo>
                    <a:pt x="198" y="28"/>
                  </a:lnTo>
                  <a:lnTo>
                    <a:pt x="188" y="22"/>
                  </a:lnTo>
                  <a:lnTo>
                    <a:pt x="174" y="18"/>
                  </a:lnTo>
                  <a:lnTo>
                    <a:pt x="158" y="16"/>
                  </a:lnTo>
                  <a:lnTo>
                    <a:pt x="158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dirty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94F9140-DCF1-4696-9CB1-FD2361A35B98}"/>
              </a:ext>
            </a:extLst>
          </p:cNvPr>
          <p:cNvSpPr txBox="1"/>
          <p:nvPr/>
        </p:nvSpPr>
        <p:spPr>
          <a:xfrm>
            <a:off x="7689850" y="1116013"/>
            <a:ext cx="4225925" cy="2400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en-US" sz="2000" b="1">
                <a:solidFill>
                  <a:schemeClr val="accent6">
                    <a:lumMod val="50000"/>
                  </a:schemeClr>
                </a:solidFill>
                <a:latin typeface="Segoe UI Light" panose="020B0502040204020203" pitchFamily="34" charset="0"/>
                <a:ea typeface="微软雅黑" panose="020B0503020204020204" pitchFamily="34" charset="-122"/>
                <a:cs typeface="Segoe UI Light" panose="020B0502040204020203" pitchFamily="34" charset="0"/>
              </a:rPr>
              <a:t>张天真</a:t>
            </a:r>
            <a:endParaRPr kumimoji="1" lang="zh-CN" altLang="en-US" sz="2000" b="1">
              <a:solidFill>
                <a:schemeClr val="accent6">
                  <a:lumMod val="50000"/>
                </a:schemeClr>
              </a:solidFill>
              <a:latin typeface="Segoe UI Light" panose="020B0502040204020203" pitchFamily="34" charset="0"/>
              <a:ea typeface="微软雅黑" panose="020B0503020204020204" pitchFamily="34" charset="-122"/>
              <a:cs typeface="Segoe UI Light" panose="020B0502040204020203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本科：西安交大  </a:t>
            </a:r>
            <a:r>
              <a:rPr lang="en-US" altLang="en-US" sz="16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会计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研究生：Newcastle   </a:t>
            </a:r>
            <a:r>
              <a:rPr lang="en-US" altLang="en-US" sz="16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公共关系&amp;传媒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博士： Durham   </a:t>
            </a:r>
            <a:r>
              <a:rPr lang="en-US" altLang="en-US" sz="16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口译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独创体系： 盘丝大法  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" panose="020B0502040204020203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A764D3-71C1-4D58-A555-4E2F13575D2F}"/>
              </a:ext>
            </a:extLst>
          </p:cNvPr>
          <p:cNvSpPr txBox="1"/>
          <p:nvPr/>
        </p:nvSpPr>
        <p:spPr>
          <a:xfrm>
            <a:off x="7689850" y="4529138"/>
            <a:ext cx="27813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en-US" sz="24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仙子张天真-学为贵</a:t>
            </a:r>
            <a:endParaRPr kumimoji="1" lang="zh-CN" altLang="en-US" sz="2400" b="1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4" name="文本框 12">
            <a:extLst>
              <a:ext uri="{FF2B5EF4-FFF2-40B4-BE49-F238E27FC236}">
                <a16:creationId xmlns:a16="http://schemas.microsoft.com/office/drawing/2014/main" id="{A81ABA56-3E1F-452D-88E1-3539D40C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025" y="1612900"/>
            <a:ext cx="48734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kumimoji="1" lang="zh-CN" altLang="en-US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kumimoji="1" lang="zh-CN" altLang="en-US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月课程（</a:t>
            </a:r>
            <a:r>
              <a:rPr kumimoji="1" lang="en-US" altLang="zh-CN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kumimoji="1" lang="zh-CN" altLang="en-US" sz="32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DBD00C1-C572-4CD7-895B-245A56551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264" y="3006857"/>
            <a:ext cx="2506894" cy="1983873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2">
            <a:extLst>
              <a:ext uri="{FF2B5EF4-FFF2-40B4-BE49-F238E27FC236}">
                <a16:creationId xmlns:a16="http://schemas.microsoft.com/office/drawing/2014/main" id="{100D119F-715B-493F-9000-3A1AB9544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1495425"/>
            <a:ext cx="2732088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  30topics </a:t>
            </a:r>
            <a:r>
              <a:rPr lang="zh-CN" altLang="en-US" sz="2400"/>
              <a:t>选 </a:t>
            </a:r>
            <a:r>
              <a:rPr lang="en-US" altLang="zh-CN" sz="2400"/>
              <a:t>3-4</a:t>
            </a:r>
          </a:p>
          <a:p>
            <a:r>
              <a:rPr lang="zh-CN" altLang="en-US" sz="2400"/>
              <a:t>个人爱好，信息</a:t>
            </a:r>
            <a:r>
              <a:rPr lang="en-US" altLang="zh-CN" sz="2400"/>
              <a:t>~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P2  60topics </a:t>
            </a:r>
            <a:r>
              <a:rPr lang="zh-CN" altLang="en-US" sz="2400"/>
              <a:t>选 </a:t>
            </a:r>
            <a:r>
              <a:rPr lang="en-US" altLang="zh-CN" sz="2400"/>
              <a:t>1</a:t>
            </a:r>
          </a:p>
          <a:p>
            <a:r>
              <a:rPr lang="zh-CN" altLang="en-US" sz="2400"/>
              <a:t>个人经历，人生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P3 </a:t>
            </a:r>
            <a:r>
              <a:rPr lang="zh-CN" altLang="en-US" sz="2400"/>
              <a:t>根据</a:t>
            </a:r>
            <a:r>
              <a:rPr lang="en-US" altLang="zh-CN" sz="2400"/>
              <a:t>p2</a:t>
            </a:r>
            <a:r>
              <a:rPr lang="zh-CN" altLang="en-US" sz="2400"/>
              <a:t>主题发问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7B56F94-A12A-420F-BF1F-3708CF30EBD2}"/>
              </a:ext>
            </a:extLst>
          </p:cNvPr>
          <p:cNvCxnSpPr>
            <a:stCxn id="3074" idx="0"/>
          </p:cNvCxnSpPr>
          <p:nvPr/>
        </p:nvCxnSpPr>
        <p:spPr>
          <a:xfrm flipV="1">
            <a:off x="2603500" y="1143000"/>
            <a:ext cx="254000" cy="35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文本框 5">
            <a:extLst>
              <a:ext uri="{FF2B5EF4-FFF2-40B4-BE49-F238E27FC236}">
                <a16:creationId xmlns:a16="http://schemas.microsoft.com/office/drawing/2014/main" id="{19429BC7-161D-449D-8A1E-6C5A779A1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325" y="1022350"/>
            <a:ext cx="1398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3-4questions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90A4F56-043A-4692-A931-4B6619A2C46F}"/>
              </a:ext>
            </a:extLst>
          </p:cNvPr>
          <p:cNvCxnSpPr/>
          <p:nvPr/>
        </p:nvCxnSpPr>
        <p:spPr>
          <a:xfrm>
            <a:off x="3333750" y="1392238"/>
            <a:ext cx="809625" cy="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F219858-186D-4960-A8E0-308819868574}"/>
              </a:ext>
            </a:extLst>
          </p:cNvPr>
          <p:cNvCxnSpPr/>
          <p:nvPr/>
        </p:nvCxnSpPr>
        <p:spPr>
          <a:xfrm>
            <a:off x="4686300" y="1208088"/>
            <a:ext cx="295275" cy="0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9" name="文本框 10">
            <a:extLst>
              <a:ext uri="{FF2B5EF4-FFF2-40B4-BE49-F238E27FC236}">
                <a16:creationId xmlns:a16="http://schemas.microsoft.com/office/drawing/2014/main" id="{9F0629D8-1A81-4771-A4DB-0C9291B2C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3" y="884238"/>
            <a:ext cx="9239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accent6">
                    <a:lumMod val="50000"/>
                  </a:schemeClr>
                </a:solidFill>
              </a:rPr>
              <a:t>1-2logic</a:t>
            </a:r>
          </a:p>
          <a:p>
            <a:r>
              <a:rPr lang="en-US" altLang="zh-CN">
                <a:solidFill>
                  <a:schemeClr val="accent6">
                    <a:lumMod val="50000"/>
                  </a:schemeClr>
                </a:solidFill>
              </a:rPr>
              <a:t>15-25s</a:t>
            </a:r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90CF379-76AF-463D-BA7F-68743BB02B13}"/>
              </a:ext>
            </a:extLst>
          </p:cNvPr>
          <p:cNvCxnSpPr/>
          <p:nvPr/>
        </p:nvCxnSpPr>
        <p:spPr>
          <a:xfrm>
            <a:off x="6372225" y="11430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1" name="文本框 13">
            <a:extLst>
              <a:ext uri="{FF2B5EF4-FFF2-40B4-BE49-F238E27FC236}">
                <a16:creationId xmlns:a16="http://schemas.microsoft.com/office/drawing/2014/main" id="{6201D526-148E-4857-8573-CFBF4DB22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50" y="1022350"/>
            <a:ext cx="11080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/>
              <a:t>三个成分</a:t>
            </a:r>
            <a:endParaRPr lang="en-US" altLang="zh-CN" b="1"/>
          </a:p>
          <a:p>
            <a:pPr algn="ctr"/>
            <a:r>
              <a:rPr lang="zh-CN" altLang="en-US" b="1"/>
              <a:t>观点</a:t>
            </a:r>
            <a:endParaRPr lang="en-US" altLang="zh-CN" b="1"/>
          </a:p>
          <a:p>
            <a:pPr algn="ctr"/>
            <a:r>
              <a:rPr lang="zh-CN" altLang="en-US" b="1"/>
              <a:t>原因</a:t>
            </a:r>
            <a:endParaRPr lang="en-US" altLang="zh-CN" b="1"/>
          </a:p>
          <a:p>
            <a:pPr algn="ctr"/>
            <a:r>
              <a:rPr lang="zh-CN" altLang="en-US" b="1"/>
              <a:t>展开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A4AE27D-4109-4756-B982-53C5B33363DE}"/>
              </a:ext>
            </a:extLst>
          </p:cNvPr>
          <p:cNvCxnSpPr/>
          <p:nvPr/>
        </p:nvCxnSpPr>
        <p:spPr>
          <a:xfrm>
            <a:off x="8562975" y="2028825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F6FEB67-7026-4712-9F4E-E7BFCE506478}"/>
              </a:ext>
            </a:extLst>
          </p:cNvPr>
          <p:cNvCxnSpPr>
            <a:cxnSpLocks/>
          </p:cNvCxnSpPr>
          <p:nvPr/>
        </p:nvCxnSpPr>
        <p:spPr>
          <a:xfrm flipV="1">
            <a:off x="8591550" y="1684338"/>
            <a:ext cx="390525" cy="220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14CFD82-6C56-417D-B74A-C9120C74C4E2}"/>
              </a:ext>
            </a:extLst>
          </p:cNvPr>
          <p:cNvCxnSpPr>
            <a:cxnSpLocks/>
          </p:cNvCxnSpPr>
          <p:nvPr/>
        </p:nvCxnSpPr>
        <p:spPr>
          <a:xfrm>
            <a:off x="8562975" y="2179638"/>
            <a:ext cx="419100" cy="166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5" name="文本框 21">
            <a:extLst>
              <a:ext uri="{FF2B5EF4-FFF2-40B4-BE49-F238E27FC236}">
                <a16:creationId xmlns:a16="http://schemas.microsoft.com/office/drawing/2014/main" id="{C4D15A8E-DF8F-48C8-AD09-F73118356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1622425"/>
            <a:ext cx="6461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原因</a:t>
            </a:r>
            <a:endParaRPr lang="en-US" altLang="zh-CN" b="1"/>
          </a:p>
          <a:p>
            <a:r>
              <a:rPr lang="zh-CN" altLang="en-US" b="1"/>
              <a:t>结果</a:t>
            </a:r>
            <a:endParaRPr lang="en-US" altLang="zh-CN" b="1"/>
          </a:p>
          <a:p>
            <a:r>
              <a:rPr lang="zh-CN" altLang="en-US" b="1"/>
              <a:t>举例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5A0594C-F1FA-416D-8340-CCA7886F91DE}"/>
              </a:ext>
            </a:extLst>
          </p:cNvPr>
          <p:cNvCxnSpPr/>
          <p:nvPr/>
        </p:nvCxnSpPr>
        <p:spPr>
          <a:xfrm>
            <a:off x="3521075" y="3892550"/>
            <a:ext cx="733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7" name="文本框 27">
            <a:extLst>
              <a:ext uri="{FF2B5EF4-FFF2-40B4-BE49-F238E27FC236}">
                <a16:creationId xmlns:a16="http://schemas.microsoft.com/office/drawing/2014/main" id="{E945B5EE-1CF2-4DC2-9BB5-135CD1F9F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3530600"/>
            <a:ext cx="2492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四个小问</a:t>
            </a:r>
            <a:endParaRPr lang="en-US" altLang="zh-CN"/>
          </a:p>
          <a:p>
            <a:r>
              <a:rPr lang="zh-CN" altLang="en-US"/>
              <a:t>一口气回答完，无互动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7B7E78F-BA50-4DEE-A3ED-029B4C4B9425}"/>
              </a:ext>
            </a:extLst>
          </p:cNvPr>
          <p:cNvCxnSpPr/>
          <p:nvPr/>
        </p:nvCxnSpPr>
        <p:spPr>
          <a:xfrm>
            <a:off x="7119938" y="3902075"/>
            <a:ext cx="504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9" name="文本框 30">
            <a:extLst>
              <a:ext uri="{FF2B5EF4-FFF2-40B4-BE49-F238E27FC236}">
                <a16:creationId xmlns:a16="http://schemas.microsoft.com/office/drawing/2014/main" id="{ECA5C078-72BF-40C9-AFDE-1F54168CD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088" y="3513138"/>
            <a:ext cx="23510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1min</a:t>
            </a:r>
            <a:r>
              <a:rPr lang="zh-CN" altLang="en-US"/>
              <a:t>写</a:t>
            </a:r>
            <a:r>
              <a:rPr lang="en-US" altLang="zh-CN"/>
              <a:t>key words</a:t>
            </a:r>
          </a:p>
          <a:p>
            <a:r>
              <a:rPr lang="en-US" altLang="zh-CN"/>
              <a:t>2mins </a:t>
            </a:r>
            <a:r>
              <a:rPr lang="zh-CN" altLang="en-US"/>
              <a:t>答题   </a:t>
            </a:r>
            <a:r>
              <a:rPr lang="en-US" altLang="zh-CN"/>
              <a:t>15</a:t>
            </a:r>
            <a:r>
              <a:rPr lang="zh-CN" altLang="en-US"/>
              <a:t>句左右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797740F-7B10-40B7-92ED-752D793FD76D}"/>
              </a:ext>
            </a:extLst>
          </p:cNvPr>
          <p:cNvCxnSpPr/>
          <p:nvPr/>
        </p:nvCxnSpPr>
        <p:spPr>
          <a:xfrm>
            <a:off x="3968750" y="5429250"/>
            <a:ext cx="8239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1" name="文本框 33">
            <a:extLst>
              <a:ext uri="{FF2B5EF4-FFF2-40B4-BE49-F238E27FC236}">
                <a16:creationId xmlns:a16="http://schemas.microsoft.com/office/drawing/2014/main" id="{0A20523A-784B-4427-B398-D6B4C9BD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3" y="5300663"/>
            <a:ext cx="1398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4-7questions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39D7B8A-C082-476E-8C97-E9FC4E3BFBE0}"/>
              </a:ext>
            </a:extLst>
          </p:cNvPr>
          <p:cNvCxnSpPr/>
          <p:nvPr/>
        </p:nvCxnSpPr>
        <p:spPr>
          <a:xfrm>
            <a:off x="6548438" y="5429250"/>
            <a:ext cx="823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3" name="文本框 36">
            <a:extLst>
              <a:ext uri="{FF2B5EF4-FFF2-40B4-BE49-F238E27FC236}">
                <a16:creationId xmlns:a16="http://schemas.microsoft.com/office/drawing/2014/main" id="{2DABE63A-CED9-4C71-9B6A-634B78537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25" y="5314950"/>
            <a:ext cx="19223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1-4logic       30-60s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11984E5-933A-4176-A16B-68520C8A8785}"/>
              </a:ext>
            </a:extLst>
          </p:cNvPr>
          <p:cNvCxnSpPr/>
          <p:nvPr/>
        </p:nvCxnSpPr>
        <p:spPr>
          <a:xfrm flipV="1">
            <a:off x="3841750" y="4986338"/>
            <a:ext cx="733425" cy="28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5" name="文本框 39">
            <a:extLst>
              <a:ext uri="{FF2B5EF4-FFF2-40B4-BE49-F238E27FC236}">
                <a16:creationId xmlns:a16="http://schemas.microsoft.com/office/drawing/2014/main" id="{8B5C28FF-AEBD-400A-B909-B863223D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4795838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社会化问题</a:t>
            </a:r>
          </a:p>
        </p:txBody>
      </p:sp>
      <p:sp>
        <p:nvSpPr>
          <p:cNvPr id="3096" name="文本框 40">
            <a:extLst>
              <a:ext uri="{FF2B5EF4-FFF2-40B4-BE49-F238E27FC236}">
                <a16:creationId xmlns:a16="http://schemas.microsoft.com/office/drawing/2014/main" id="{0540C309-60D0-41C9-8DCA-EF2273FAC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414338"/>
            <a:ext cx="272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一分钟了解雅思口语考试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1">
            <a:extLst>
              <a:ext uri="{FF2B5EF4-FFF2-40B4-BE49-F238E27FC236}">
                <a16:creationId xmlns:a16="http://schemas.microsoft.com/office/drawing/2014/main" id="{E6C7A081-F4E7-47B6-9EFB-55D67203A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914400"/>
            <a:ext cx="20377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/>
              <a:t>打分基准</a:t>
            </a:r>
          </a:p>
        </p:txBody>
      </p:sp>
      <p:sp>
        <p:nvSpPr>
          <p:cNvPr id="4099" name="文本框 2">
            <a:extLst>
              <a:ext uri="{FF2B5EF4-FFF2-40B4-BE49-F238E27FC236}">
                <a16:creationId xmlns:a16="http://schemas.microsoft.com/office/drawing/2014/main" id="{6918355D-1E3A-425D-B9FC-AF954ACD4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400" y="1803400"/>
            <a:ext cx="68547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/>
              <a:t>发音      语法      </a:t>
            </a:r>
            <a:r>
              <a:rPr lang="zh-CN" altLang="en-US" sz="3200" b="1" dirty="0">
                <a:solidFill>
                  <a:schemeClr val="accent4">
                    <a:lumMod val="50000"/>
                  </a:schemeClr>
                </a:solidFill>
              </a:rPr>
              <a:t>流畅度</a:t>
            </a:r>
            <a:r>
              <a:rPr lang="zh-CN" altLang="en-US" sz="3200" b="1" dirty="0"/>
              <a:t>      词汇     逻辑</a:t>
            </a:r>
            <a:endParaRPr lang="en-US" altLang="zh-CN" sz="3200" b="1" dirty="0"/>
          </a:p>
          <a:p>
            <a:endParaRPr lang="en-US" altLang="zh-CN" sz="3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2AE2D7-4976-D14B-9E99-63D033D25D62}"/>
              </a:ext>
            </a:extLst>
          </p:cNvPr>
          <p:cNvSpPr txBox="1"/>
          <p:nvPr/>
        </p:nvSpPr>
        <p:spPr>
          <a:xfrm>
            <a:off x="546100" y="2880618"/>
            <a:ext cx="32427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500" dirty="0">
                <a:solidFill>
                  <a:schemeClr val="accent6">
                    <a:lumMod val="50000"/>
                  </a:schemeClr>
                </a:solidFill>
                <a:latin typeface="Modern Love Grunge" panose="020F0502020204030204" pitchFamily="34" charset="0"/>
              </a:rPr>
              <a:t>The land resources of Beijing are very </a:t>
            </a:r>
            <a:endParaRPr lang="zh-CN" altLang="en-US" sz="2500" dirty="0">
              <a:solidFill>
                <a:schemeClr val="accent6">
                  <a:lumMod val="50000"/>
                </a:schemeClr>
              </a:solidFill>
              <a:latin typeface="Modern Love Grunge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EDCAA9-69E2-644B-9551-5C2CB46775CD}"/>
              </a:ext>
            </a:extLst>
          </p:cNvPr>
          <p:cNvSpPr txBox="1"/>
          <p:nvPr/>
        </p:nvSpPr>
        <p:spPr>
          <a:xfrm>
            <a:off x="5171381" y="3421211"/>
            <a:ext cx="25548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200" dirty="0">
                <a:latin typeface="Cooper Black" panose="020F0502020204030204" pitchFamily="34" charset="0"/>
              </a:rPr>
              <a:t>擦边词替换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2200" dirty="0">
                <a:latin typeface="Cooper Black" panose="020F0502020204030204" pitchFamily="34" charset="0"/>
              </a:rPr>
              <a:t>同语境替换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2200" dirty="0">
                <a:latin typeface="Cooper Black" panose="020F0502020204030204" pitchFamily="34" charset="0"/>
              </a:rPr>
              <a:t>解释替换</a:t>
            </a:r>
          </a:p>
        </p:txBody>
      </p:sp>
      <p:pic>
        <p:nvPicPr>
          <p:cNvPr id="6" name="图形 6" descr="箭头: 逆时针曲线">
            <a:extLst>
              <a:ext uri="{FF2B5EF4-FFF2-40B4-BE49-F238E27FC236}">
                <a16:creationId xmlns:a16="http://schemas.microsoft.com/office/drawing/2014/main" id="{2670F36C-F204-2947-9D63-9D567BCC6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1134" y="2389909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6241C89-4B58-F849-82EC-7AD847CEDE55}"/>
              </a:ext>
            </a:extLst>
          </p:cNvPr>
          <p:cNvSpPr txBox="1"/>
          <p:nvPr/>
        </p:nvSpPr>
        <p:spPr>
          <a:xfrm>
            <a:off x="7341512" y="4335881"/>
            <a:ext cx="406732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300" b="1" dirty="0">
                <a:solidFill>
                  <a:schemeClr val="accent4">
                    <a:lumMod val="50000"/>
                  </a:schemeClr>
                </a:solidFill>
                <a:latin typeface="Modern Love Grunge" pitchFamily="82" charset="0"/>
              </a:rPr>
              <a:t>Haircut</a:t>
            </a:r>
            <a:r>
              <a:rPr lang="en-US" altLang="zh-CN" sz="2300" dirty="0">
                <a:latin typeface="Modern Love Grunge" pitchFamily="82" charset="0"/>
              </a:rPr>
              <a:t> </a:t>
            </a:r>
          </a:p>
          <a:p>
            <a:pPr algn="l"/>
            <a:r>
              <a:rPr lang="en-US" altLang="zh-CN" sz="2300" dirty="0">
                <a:solidFill>
                  <a:schemeClr val="accent6">
                    <a:lumMod val="50000"/>
                  </a:schemeClr>
                </a:solidFill>
                <a:latin typeface="Bradley Hand" pitchFamily="2" charset="0"/>
              </a:rPr>
              <a:t>1. How long have you kept your current hair style?</a:t>
            </a:r>
            <a:endParaRPr lang="zh-CN" altLang="en-US" sz="2300" dirty="0">
              <a:solidFill>
                <a:schemeClr val="accent6">
                  <a:lumMod val="50000"/>
                </a:schemeClr>
              </a:solidFill>
              <a:latin typeface="Bradley Hand" pitchFamily="2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1">
            <a:extLst>
              <a:ext uri="{FF2B5EF4-FFF2-40B4-BE49-F238E27FC236}">
                <a16:creationId xmlns:a16="http://schemas.microsoft.com/office/drawing/2014/main" id="{ACBF153B-D08F-4D03-A411-78790148D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打分基准</a:t>
            </a:r>
          </a:p>
        </p:txBody>
      </p:sp>
      <p:sp>
        <p:nvSpPr>
          <p:cNvPr id="5123" name="文本框 2">
            <a:extLst>
              <a:ext uri="{FF2B5EF4-FFF2-40B4-BE49-F238E27FC236}">
                <a16:creationId xmlns:a16="http://schemas.microsoft.com/office/drawing/2014/main" id="{3295A658-E772-4C21-BDB8-42546F052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479" y="1328738"/>
            <a:ext cx="9520767" cy="50783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TXingkai" panose="020B0604020202020204" pitchFamily="34" charset="0"/>
                <a:cs typeface="STXingkai" panose="020B0604020202020204" pitchFamily="34" charset="0"/>
              </a:rPr>
              <a:t>流畅度</a:t>
            </a:r>
            <a:endParaRPr lang="en-US" altLang="zh-CN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STXingkai" panose="020B0604020202020204" pitchFamily="34" charset="0"/>
              <a:cs typeface="STXingkai" panose="020B0604020202020204" pitchFamily="34" charset="0"/>
            </a:endParaRPr>
          </a:p>
          <a:p>
            <a:endParaRPr lang="en-US" altLang="zh-CN" sz="3600" b="1" dirty="0">
              <a:latin typeface="STXingkai" panose="020B0604020202020204" pitchFamily="34" charset="0"/>
              <a:cs typeface="STXingkai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chemeClr val="accent6">
                    <a:lumMod val="50000"/>
                  </a:schemeClr>
                </a:solidFill>
                <a:latin typeface="STXingkai" panose="020B0604020202020204" pitchFamily="34" charset="0"/>
                <a:ea typeface="微软雅黑" panose="020B0503020204020204" pitchFamily="34" charset="-122"/>
                <a:cs typeface="STXingkai" panose="020B0604020202020204" pitchFamily="34" charset="0"/>
              </a:rPr>
              <a:t>我爱我的家乡，因为那儿有很多美丽的自然风光和丰富的文化遗址，比如雷峰塔，西湖；</a:t>
            </a:r>
            <a:endParaRPr lang="en-US" altLang="zh-CN" sz="3600" dirty="0">
              <a:solidFill>
                <a:schemeClr val="accent6">
                  <a:lumMod val="50000"/>
                </a:schemeClr>
              </a:solidFill>
              <a:latin typeface="STXingkai" panose="020B0604020202020204" pitchFamily="34" charset="0"/>
              <a:ea typeface="微软雅黑" panose="020B0503020204020204" pitchFamily="34" charset="-122"/>
              <a:cs typeface="STXingkai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chemeClr val="accent6">
                    <a:lumMod val="50000"/>
                  </a:schemeClr>
                </a:solidFill>
                <a:latin typeface="STXingkai" panose="020B0604020202020204" pitchFamily="34" charset="0"/>
                <a:ea typeface="微软雅黑" panose="020B0503020204020204" pitchFamily="34" charset="-122"/>
                <a:cs typeface="STXingkai" panose="020B0604020202020204" pitchFamily="34" charset="0"/>
              </a:rPr>
              <a:t>并且，我的家乡有很多可口的美食，像东坡肉与龙井虾。</a:t>
            </a:r>
            <a:endParaRPr lang="en-US" altLang="zh-CN" sz="3600" dirty="0">
              <a:solidFill>
                <a:schemeClr val="accent6">
                  <a:lumMod val="50000"/>
                </a:schemeClr>
              </a:solidFill>
              <a:latin typeface="STXingkai" panose="020B0604020202020204" pitchFamily="34" charset="0"/>
              <a:ea typeface="微软雅黑" panose="020B0503020204020204" pitchFamily="34" charset="-122"/>
              <a:cs typeface="STXingkai" panose="020B0604020202020204" pitchFamily="34" charset="0"/>
            </a:endParaRPr>
          </a:p>
          <a:p>
            <a:endParaRPr lang="en-US" altLang="zh-CN" sz="3600" b="1" dirty="0">
              <a:latin typeface="STXingkai" panose="020B0604020202020204" pitchFamily="34" charset="0"/>
              <a:cs typeface="STXingkai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1">
            <a:extLst>
              <a:ext uri="{FF2B5EF4-FFF2-40B4-BE49-F238E27FC236}">
                <a16:creationId xmlns:a16="http://schemas.microsoft.com/office/drawing/2014/main" id="{EE53D90F-3825-464B-91AA-C2417960A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打分基准</a:t>
            </a:r>
          </a:p>
        </p:txBody>
      </p:sp>
      <p:sp>
        <p:nvSpPr>
          <p:cNvPr id="4099" name="文本框 2">
            <a:extLst>
              <a:ext uri="{FF2B5EF4-FFF2-40B4-BE49-F238E27FC236}">
                <a16:creationId xmlns:a16="http://schemas.microsoft.com/office/drawing/2014/main" id="{F14E2BE0-FC0C-4754-8597-93BF0CD20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1874838"/>
            <a:ext cx="4622800" cy="28162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流畅度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同语境替换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擦边词替换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先行，修饰词后移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牺牲语法，牺牲词汇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1">
            <a:extLst>
              <a:ext uri="{FF2B5EF4-FFF2-40B4-BE49-F238E27FC236}">
                <a16:creationId xmlns:a16="http://schemas.microsoft.com/office/drawing/2014/main" id="{B2FCB5D3-93EF-4054-A372-914FC0C60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打分基准</a:t>
            </a:r>
          </a:p>
        </p:txBody>
      </p:sp>
      <p:sp>
        <p:nvSpPr>
          <p:cNvPr id="4099" name="文本框 2">
            <a:extLst>
              <a:ext uri="{FF2B5EF4-FFF2-40B4-BE49-F238E27FC236}">
                <a16:creationId xmlns:a16="http://schemas.microsoft.com/office/drawing/2014/main" id="{E4D5DDC2-118D-402B-B0C3-76A2DCA2F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13" y="1328738"/>
            <a:ext cx="5872120" cy="421653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3200" b="1" dirty="0">
                <a:solidFill>
                  <a:schemeClr val="accent4">
                    <a:lumMod val="50000"/>
                  </a:schemeClr>
                </a:solidFill>
                <a:latin typeface="Bradley Hand" pitchFamily="2" charset="0"/>
              </a:rPr>
              <a:t>逻辑</a:t>
            </a:r>
            <a:endParaRPr lang="en-US" altLang="zh-CN" sz="3200" b="1" dirty="0">
              <a:solidFill>
                <a:schemeClr val="accent4">
                  <a:lumMod val="50000"/>
                </a:schemeClr>
              </a:solidFill>
              <a:latin typeface="Bradley Hand" pitchFamily="2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accent4">
                    <a:lumMod val="50000"/>
                  </a:schemeClr>
                </a:solidFill>
                <a:latin typeface="Modern Love Grunge" pitchFamily="82" charset="0"/>
              </a:rPr>
              <a:t>p1 </a:t>
            </a:r>
            <a:r>
              <a:rPr lang="en-US" altLang="zh-CN" sz="3200" b="1" u="sng" dirty="0">
                <a:solidFill>
                  <a:schemeClr val="accent4">
                    <a:lumMod val="50000"/>
                  </a:schemeClr>
                </a:solidFill>
                <a:latin typeface="Modern Love Grunge" pitchFamily="82" charset="0"/>
              </a:rPr>
              <a:t>transportation</a:t>
            </a:r>
          </a:p>
          <a:p>
            <a:pPr>
              <a:lnSpc>
                <a:spcPct val="150000"/>
              </a:lnSpc>
              <a:defRPr/>
            </a:pPr>
            <a:endParaRPr lang="en-US" altLang="zh-CN" sz="3200" b="1" dirty="0">
              <a:latin typeface="Bradley Hand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3200" b="1" dirty="0">
                <a:latin typeface="Bradley Hand" pitchFamily="2" charset="0"/>
              </a:rPr>
              <a:t>Subway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  <a:latin typeface="Bradley Hand" pitchFamily="2" charset="0"/>
              </a:rPr>
              <a:t>Do you like taking the subway?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200" b="1" dirty="0">
                <a:latin typeface="Bradley Hand" pitchFamily="2" charset="0"/>
              </a:rPr>
              <a:t>Yes,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1">
            <a:extLst>
              <a:ext uri="{FF2B5EF4-FFF2-40B4-BE49-F238E27FC236}">
                <a16:creationId xmlns:a16="http://schemas.microsoft.com/office/drawing/2014/main" id="{7A2A3922-2372-4DE0-BB0D-CDCD49846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打分基准</a:t>
            </a:r>
          </a:p>
        </p:txBody>
      </p:sp>
      <p:sp>
        <p:nvSpPr>
          <p:cNvPr id="8195" name="文本框 2">
            <a:extLst>
              <a:ext uri="{FF2B5EF4-FFF2-40B4-BE49-F238E27FC236}">
                <a16:creationId xmlns:a16="http://schemas.microsoft.com/office/drawing/2014/main" id="{C4DE4FCD-97D2-4ACA-A522-81F7894C3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1797050"/>
            <a:ext cx="2892425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逻辑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123</a:t>
            </a:r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</a:rPr>
              <a:t>步法</a:t>
            </a:r>
            <a:endParaRPr lang="en-US" altLang="zh-C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：观点（直答）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：原因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：展开</a:t>
            </a:r>
            <a:endParaRPr lang="en-US" altLang="zh-CN" sz="2800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1">
            <a:extLst>
              <a:ext uri="{FF2B5EF4-FFF2-40B4-BE49-F238E27FC236}">
                <a16:creationId xmlns:a16="http://schemas.microsoft.com/office/drawing/2014/main" id="{482050FB-B58F-4FB7-9E17-B2D8DEB26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打分基准</a:t>
            </a:r>
          </a:p>
        </p:txBody>
      </p:sp>
      <p:sp>
        <p:nvSpPr>
          <p:cNvPr id="9219" name="文本框 2">
            <a:extLst>
              <a:ext uri="{FF2B5EF4-FFF2-40B4-BE49-F238E27FC236}">
                <a16:creationId xmlns:a16="http://schemas.microsoft.com/office/drawing/2014/main" id="{D44AABAD-8936-4ACE-875A-C0996E8D5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13" y="1920875"/>
            <a:ext cx="23622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/>
              <a:t>P1</a:t>
            </a:r>
            <a:r>
              <a:rPr lang="zh-CN" altLang="en-US" sz="2800" b="1"/>
              <a:t>的答案建议</a:t>
            </a:r>
            <a:endParaRPr lang="en-US" altLang="zh-CN" sz="2800" b="1"/>
          </a:p>
          <a:p>
            <a:pPr algn="ctr"/>
            <a:endParaRPr lang="en-US" altLang="zh-CN" sz="2800" b="1"/>
          </a:p>
          <a:p>
            <a:pPr algn="ctr"/>
            <a:r>
              <a:rPr lang="en-US" altLang="zh-CN" sz="2800" b="1"/>
              <a:t>1-2 logic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1">
            <a:extLst>
              <a:ext uri="{FF2B5EF4-FFF2-40B4-BE49-F238E27FC236}">
                <a16:creationId xmlns:a16="http://schemas.microsoft.com/office/drawing/2014/main" id="{BA5C6C73-7545-430D-AAEA-7B1B767B9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打分基准</a:t>
            </a:r>
          </a:p>
        </p:txBody>
      </p:sp>
      <p:sp>
        <p:nvSpPr>
          <p:cNvPr id="4099" name="文本框 2">
            <a:extLst>
              <a:ext uri="{FF2B5EF4-FFF2-40B4-BE49-F238E27FC236}">
                <a16:creationId xmlns:a16="http://schemas.microsoft.com/office/drawing/2014/main" id="{1C97FACF-219E-4939-ADDA-85A786B4F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75" y="1227666"/>
            <a:ext cx="5295370" cy="44012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600" b="1" i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发音</a:t>
            </a:r>
            <a:endParaRPr lang="en-US" altLang="zh-CN" sz="2600" b="1" i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zh-CN" sz="2400" b="1" dirty="0"/>
          </a:p>
          <a:p>
            <a:pPr algn="ctr">
              <a:buFont typeface="Calibri Light" panose="020F0302020204030204" pitchFamily="34" charset="0"/>
              <a:buAutoNum type="arabicPeriod"/>
            </a:pPr>
            <a:r>
              <a:rPr lang="zh-CN" altLang="en-US" sz="2400" b="1" dirty="0"/>
              <a:t>单个单词正确性</a:t>
            </a:r>
            <a:endParaRPr lang="en-US" altLang="zh-CN" sz="2400" b="1" dirty="0"/>
          </a:p>
          <a:p>
            <a:pPr algn="ctr">
              <a:buFont typeface="Calibri Light" panose="020F0302020204030204" pitchFamily="34" charset="0"/>
              <a:buAutoNum type="arabicPeriod"/>
            </a:pPr>
            <a:endParaRPr lang="en-US" altLang="zh-CN" sz="2400" b="1" dirty="0"/>
          </a:p>
          <a:p>
            <a:pPr algn="ctr">
              <a:buFont typeface="Calibri Light" panose="020F0302020204030204" pitchFamily="34" charset="0"/>
              <a:buAutoNum type="arabicPeriod"/>
            </a:pPr>
            <a:r>
              <a:rPr lang="zh-CN" altLang="en-US" sz="2400" b="1" dirty="0"/>
              <a:t>单个单词重音</a:t>
            </a:r>
            <a:endParaRPr lang="en-US" altLang="zh-CN" sz="2400" b="1" dirty="0"/>
          </a:p>
          <a:p>
            <a:pPr algn="ctr">
              <a:buFont typeface="Calibri Light" panose="020F0302020204030204" pitchFamily="34" charset="0"/>
              <a:buAutoNum type="arabicPeriod"/>
            </a:pPr>
            <a:endParaRPr lang="en-US" altLang="zh-CN" sz="2400" b="1" dirty="0"/>
          </a:p>
          <a:p>
            <a:pPr algn="ctr">
              <a:buFont typeface="Calibri Light" panose="020F0302020204030204" pitchFamily="34" charset="0"/>
              <a:buAutoNum type="arabicPeriod"/>
            </a:pPr>
            <a:r>
              <a:rPr lang="zh-CN" altLang="en-US" sz="2400" b="1" dirty="0"/>
              <a:t>整个句子重点词强调</a:t>
            </a:r>
            <a:endParaRPr lang="en-US" altLang="zh-CN" sz="2400" b="1" dirty="0"/>
          </a:p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停顿，加重首音节，拉伸发音节奏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buFont typeface="Calibri Light" panose="020F0302020204030204" pitchFamily="34" charset="0"/>
              <a:buAutoNum type="arabicPeriod"/>
            </a:pPr>
            <a:endParaRPr lang="en-US" altLang="zh-CN" sz="2400" b="1" dirty="0"/>
          </a:p>
          <a:p>
            <a:pPr algn="ctr"/>
            <a:r>
              <a:rPr lang="en-US" altLang="zh-CN" sz="2400" b="1" dirty="0"/>
              <a:t>4.     </a:t>
            </a:r>
            <a:r>
              <a:rPr lang="zh-CN" altLang="en-US" sz="2400" b="1" dirty="0"/>
              <a:t>整个句子高低变化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笑腔</a:t>
            </a:r>
            <a:r>
              <a:rPr lang="en-US" altLang="zh-CN" sz="2400" b="1" dirty="0"/>
              <a:t>&amp;</a:t>
            </a:r>
            <a:r>
              <a:rPr lang="zh-CN" altLang="en-US" sz="2400" b="1" dirty="0"/>
              <a:t>哭腔</a:t>
            </a:r>
            <a:r>
              <a:rPr lang="en-US" altLang="zh-CN" sz="2400" b="1" dirty="0"/>
              <a:t>】</a:t>
            </a:r>
          </a:p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简单部分加快，重要部分放慢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altLang="zh-CN" sz="2400" b="1" dirty="0"/>
          </a:p>
        </p:txBody>
      </p:sp>
      <p:pic>
        <p:nvPicPr>
          <p:cNvPr id="3" name="图形 3" descr="箭头: 轻微弯曲">
            <a:extLst>
              <a:ext uri="{FF2B5EF4-FFF2-40B4-BE49-F238E27FC236}">
                <a16:creationId xmlns:a16="http://schemas.microsoft.com/office/drawing/2014/main" id="{64BB5C6F-6BD1-1D4D-881A-EB4BCA7D6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69696">
            <a:off x="4874683" y="3172883"/>
            <a:ext cx="914400" cy="914400"/>
          </a:xfrm>
          <a:prstGeom prst="rect">
            <a:avLst/>
          </a:prstGeom>
        </p:spPr>
      </p:pic>
      <p:pic>
        <p:nvPicPr>
          <p:cNvPr id="5" name="图形 5" descr="箭头: 逆时针曲线">
            <a:extLst>
              <a:ext uri="{FF2B5EF4-FFF2-40B4-BE49-F238E27FC236}">
                <a16:creationId xmlns:a16="http://schemas.microsoft.com/office/drawing/2014/main" id="{772B3D52-045E-5C49-95D1-ACC91E4A2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9" y="3074786"/>
            <a:ext cx="914400" cy="914400"/>
          </a:xfrm>
          <a:prstGeom prst="rect">
            <a:avLst/>
          </a:prstGeom>
        </p:spPr>
      </p:pic>
      <p:pic>
        <p:nvPicPr>
          <p:cNvPr id="7" name="图形 7" descr="画笔">
            <a:extLst>
              <a:ext uri="{FF2B5EF4-FFF2-40B4-BE49-F238E27FC236}">
                <a16:creationId xmlns:a16="http://schemas.microsoft.com/office/drawing/2014/main" id="{017FA749-EDBD-AD4E-8666-B9644DB17E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3841" y="2375884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274422-0133-5D42-8E96-990A7A9F7AC6}"/>
              </a:ext>
            </a:extLst>
          </p:cNvPr>
          <p:cNvSpPr txBox="1"/>
          <p:nvPr/>
        </p:nvSpPr>
        <p:spPr>
          <a:xfrm>
            <a:off x="400479" y="262303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STXingkai" panose="020B0604020202020204" pitchFamily="34" charset="0"/>
                <a:cs typeface="STXingkai" panose="020B0604020202020204" pitchFamily="34" charset="0"/>
              </a:rPr>
              <a:t>逗号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1">
            <a:extLst>
              <a:ext uri="{FF2B5EF4-FFF2-40B4-BE49-F238E27FC236}">
                <a16:creationId xmlns:a16="http://schemas.microsoft.com/office/drawing/2014/main" id="{27421111-6D16-4844-96FD-0FB4FD6F2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打分基准</a:t>
            </a:r>
          </a:p>
        </p:txBody>
      </p:sp>
      <p:sp>
        <p:nvSpPr>
          <p:cNvPr id="4099" name="文本框 2">
            <a:extLst>
              <a:ext uri="{FF2B5EF4-FFF2-40B4-BE49-F238E27FC236}">
                <a16:creationId xmlns:a16="http://schemas.microsoft.com/office/drawing/2014/main" id="{BB1B03F2-7B3F-4BA3-8046-74EA48D93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1719263"/>
            <a:ext cx="2041525" cy="1323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词汇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强行固化搭配</a:t>
            </a:r>
            <a:endParaRPr lang="en-US" altLang="zh-CN" sz="24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">
            <a:extLst>
              <a:ext uri="{FF2B5EF4-FFF2-40B4-BE49-F238E27FC236}">
                <a16:creationId xmlns:a16="http://schemas.microsoft.com/office/drawing/2014/main" id="{BE27614C-D1A0-4832-B9C7-3A771A2B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打分基准</a:t>
            </a:r>
          </a:p>
        </p:txBody>
      </p:sp>
      <p:sp>
        <p:nvSpPr>
          <p:cNvPr id="12291" name="文本框 2">
            <a:extLst>
              <a:ext uri="{FF2B5EF4-FFF2-40B4-BE49-F238E27FC236}">
                <a16:creationId xmlns:a16="http://schemas.microsoft.com/office/drawing/2014/main" id="{8F8F0BCC-56E4-413C-BDBA-065015928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738313"/>
            <a:ext cx="2354747" cy="32478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词汇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Topic words</a:t>
            </a: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话题类别词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话题名词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话题形容词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90C7B7-2D74-FB4B-880A-44EB155FF7C7}"/>
              </a:ext>
            </a:extLst>
          </p:cNvPr>
          <p:cNvSpPr txBox="1"/>
          <p:nvPr/>
        </p:nvSpPr>
        <p:spPr>
          <a:xfrm>
            <a:off x="2088047" y="1738313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4">
                    <a:lumMod val="50000"/>
                  </a:schemeClr>
                </a:solidFill>
                <a:latin typeface="MV Boli" panose="020F0502020204030204" pitchFamily="34" charset="0"/>
              </a:rPr>
              <a:t>haircut</a:t>
            </a:r>
            <a:endParaRPr lang="zh-CN" altLang="en-US" sz="3600" b="1" dirty="0">
              <a:solidFill>
                <a:schemeClr val="accent4">
                  <a:lumMod val="50000"/>
                </a:schemeClr>
              </a:solidFill>
              <a:latin typeface="MV Bol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框 1">
            <a:extLst>
              <a:ext uri="{FF2B5EF4-FFF2-40B4-BE49-F238E27FC236}">
                <a16:creationId xmlns:a16="http://schemas.microsoft.com/office/drawing/2014/main" id="{69ABB40D-DF1E-406B-86E7-19E441DDE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8667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备考核心</a:t>
            </a:r>
          </a:p>
        </p:txBody>
      </p:sp>
      <p:sp>
        <p:nvSpPr>
          <p:cNvPr id="13315" name="文本框 2">
            <a:extLst>
              <a:ext uri="{FF2B5EF4-FFF2-40B4-BE49-F238E27FC236}">
                <a16:creationId xmlns:a16="http://schemas.microsoft.com/office/drawing/2014/main" id="{73FBDDF7-11EF-4F46-AF26-F5E8B3DA1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1981200"/>
            <a:ext cx="4716356" cy="340157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掌握类型体系</a:t>
            </a:r>
            <a:endParaRPr lang="en-US" altLang="zh-CN" sz="32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32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32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32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掌握体系内话题词与逻辑</a:t>
            </a:r>
            <a:endParaRPr lang="en-US" altLang="zh-CN" sz="32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32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1">
            <a:extLst>
              <a:ext uri="{FF2B5EF4-FFF2-40B4-BE49-F238E27FC236}">
                <a16:creationId xmlns:a16="http://schemas.microsoft.com/office/drawing/2014/main" id="{47214B00-9DF6-4B7D-9A4C-C7BB809A0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295890"/>
            <a:ext cx="142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话题体系</a:t>
            </a:r>
            <a:endParaRPr lang="en-US" altLang="zh-CN" sz="2400" b="1" dirty="0"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400" b="1" dirty="0"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P1 </a:t>
            </a:r>
            <a:endParaRPr lang="zh-CN" altLang="en-US" sz="2400" b="1" dirty="0"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  <p:sp>
        <p:nvSpPr>
          <p:cNvPr id="14339" name="文本框 2">
            <a:extLst>
              <a:ext uri="{FF2B5EF4-FFF2-40B4-BE49-F238E27FC236}">
                <a16:creationId xmlns:a16="http://schemas.microsoft.com/office/drawing/2014/main" id="{19026967-2A71-42FE-9831-DEFB4C895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0218" y="1126153"/>
            <a:ext cx="1731563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必考题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城市旅游类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媒体娱乐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文化类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特殊抽象类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>
            <a:extLst>
              <a:ext uri="{FF2B5EF4-FFF2-40B4-BE49-F238E27FC236}">
                <a16:creationId xmlns:a16="http://schemas.microsoft.com/office/drawing/2014/main" id="{3C1911FD-3796-47C0-AE2A-FFC6D9547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838200"/>
            <a:ext cx="142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话题体系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P1 P3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  <p:sp>
        <p:nvSpPr>
          <p:cNvPr id="15363" name="文本框 2">
            <a:extLst>
              <a:ext uri="{FF2B5EF4-FFF2-40B4-BE49-F238E27FC236}">
                <a16:creationId xmlns:a16="http://schemas.microsoft.com/office/drawing/2014/main" id="{1E2AE870-B2A2-4358-9A78-27BB031E1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137" y="1668463"/>
            <a:ext cx="27783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必考题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Name </a:t>
            </a:r>
          </a:p>
          <a:p>
            <a:pPr algn="ctr"/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Hometown</a:t>
            </a:r>
          </a:p>
          <a:p>
            <a:pPr algn="ctr"/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Accommodation</a:t>
            </a:r>
          </a:p>
          <a:p>
            <a:pPr algn="ctr"/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Work / study</a:t>
            </a:r>
            <a:endParaRPr lang="zh-CN" altLang="en-US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2">
            <a:extLst>
              <a:ext uri="{FF2B5EF4-FFF2-40B4-BE49-F238E27FC236}">
                <a16:creationId xmlns:a16="http://schemas.microsoft.com/office/drawing/2014/main" id="{B585C7ED-F42B-4161-B7B5-3E38346EB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701675"/>
            <a:ext cx="7273925" cy="36623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必考题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Name</a:t>
            </a:r>
            <a:r>
              <a:rPr lang="en-US" altLang="zh-CN" sz="2800" b="1" dirty="0"/>
              <a:t> </a:t>
            </a:r>
          </a:p>
          <a:p>
            <a:endParaRPr lang="en-US" altLang="zh-CN" sz="3600" b="1" dirty="0"/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zh-CN" sz="2800" b="1" dirty="0"/>
              <a:t>Can you tell me your full name?</a:t>
            </a:r>
          </a:p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My name is ~, and you can call me ~ if you like</a:t>
            </a:r>
            <a:r>
              <a:rPr lang="en-US" altLang="zh-CN" sz="2400" dirty="0"/>
              <a:t> 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 sz="2800" b="1" dirty="0"/>
          </a:p>
          <a:p>
            <a:r>
              <a:rPr lang="en-US" altLang="zh-CN" sz="2800" b="1" dirty="0"/>
              <a:t>2.   Does your name have any special meaning? </a:t>
            </a:r>
            <a:endParaRPr lang="zh-CN" altLang="en-US" sz="2800" b="1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2">
            <a:extLst>
              <a:ext uri="{FF2B5EF4-FFF2-40B4-BE49-F238E27FC236}">
                <a16:creationId xmlns:a16="http://schemas.microsoft.com/office/drawing/2014/main" id="{C252DCF5-A668-43CB-B66A-C80E0322F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949325"/>
            <a:ext cx="11256962" cy="42266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必考题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endParaRPr lang="en-US" altLang="zh-CN" sz="28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Name</a:t>
            </a:r>
            <a:r>
              <a:rPr lang="en-US" altLang="zh-CN" sz="2800" b="1" dirty="0"/>
              <a:t> </a:t>
            </a:r>
          </a:p>
          <a:p>
            <a:pPr algn="just"/>
            <a:r>
              <a:rPr lang="en-US" altLang="zh-CN" sz="2800" b="1" dirty="0"/>
              <a:t>  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Does your name have any special meaning? </a:t>
            </a:r>
          </a:p>
          <a:p>
            <a:pPr algn="just"/>
            <a:endParaRPr lang="en-US" altLang="zh-CN" sz="2800" b="1" dirty="0"/>
          </a:p>
          <a:p>
            <a:pPr algn="just">
              <a:lnSpc>
                <a:spcPct val="250000"/>
              </a:lnSpc>
            </a:pP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It symbolizes </a:t>
            </a:r>
            <a:r>
              <a:rPr lang="en-US" altLang="zh-CN" sz="2800" b="1" i="1" u="sng" dirty="0">
                <a:solidFill>
                  <a:schemeClr val="accent6">
                    <a:lumMod val="50000"/>
                  </a:schemeClr>
                </a:solidFill>
              </a:rPr>
              <a:t>prosperity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 and </a:t>
            </a:r>
            <a:r>
              <a:rPr lang="en-US" altLang="zh-CN" sz="2800" b="1" i="1" u="sng" dirty="0">
                <a:solidFill>
                  <a:schemeClr val="accent6">
                    <a:lumMod val="50000"/>
                  </a:schemeClr>
                </a:solidFill>
              </a:rPr>
              <a:t>longevity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 in Chinese traditional culture. Hence, 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 think 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it can bring me good fortune</a:t>
            </a:r>
            <a:r>
              <a:rPr lang="en-US" altLang="zh-CN" sz="2400" b="1" u="sng" dirty="0"/>
              <a:t>. </a:t>
            </a:r>
            <a:endParaRPr lang="zh-CN" altLang="en-US" sz="2400" b="1" u="sng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">
            <a:extLst>
              <a:ext uri="{FF2B5EF4-FFF2-40B4-BE49-F238E27FC236}">
                <a16:creationId xmlns:a16="http://schemas.microsoft.com/office/drawing/2014/main" id="{09020059-ECC7-49E8-B2FE-65CB955ED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01675"/>
            <a:ext cx="10755312" cy="261610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en-US" altLang="zh-CN" sz="28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defRPr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</a:t>
            </a:r>
            <a:r>
              <a:rPr lang="en-US" altLang="zh-CN" sz="2800" b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zh-CN" sz="2800" b="1" dirty="0" err="1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Colour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just">
              <a:defRPr/>
            </a:pPr>
            <a:endParaRPr lang="en-US" altLang="zh-CN" sz="2800" b="1" dirty="0"/>
          </a:p>
          <a:p>
            <a:pPr algn="just">
              <a:defRPr/>
            </a:pPr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1.What’s your </a:t>
            </a:r>
            <a:r>
              <a:rPr lang="en-US" altLang="zh-CN" sz="2600" b="1" dirty="0" err="1">
                <a:solidFill>
                  <a:schemeClr val="accent6">
                    <a:lumMod val="50000"/>
                  </a:schemeClr>
                </a:solidFill>
              </a:rPr>
              <a:t>favourite</a:t>
            </a:r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2600" b="1" dirty="0" err="1">
                <a:solidFill>
                  <a:schemeClr val="accent6">
                    <a:lumMod val="50000"/>
                  </a:schemeClr>
                </a:solidFill>
              </a:rPr>
              <a:t>colour</a:t>
            </a:r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?</a:t>
            </a:r>
          </a:p>
          <a:p>
            <a:pPr algn="just">
              <a:defRPr/>
            </a:pPr>
            <a:endParaRPr lang="en-US" altLang="zh-CN" sz="2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defRPr/>
            </a:pPr>
            <a:endParaRPr lang="en-US" altLang="zh-CN" sz="2800" b="1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">
            <a:extLst>
              <a:ext uri="{FF2B5EF4-FFF2-40B4-BE49-F238E27FC236}">
                <a16:creationId xmlns:a16="http://schemas.microsoft.com/office/drawing/2014/main" id="{D7F0E898-A5B5-40E4-82DD-2D2837EE4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01675"/>
            <a:ext cx="10755312" cy="5232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en-US" altLang="zh-CN" sz="28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defRPr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 </a:t>
            </a:r>
            <a:r>
              <a:rPr lang="en-US" altLang="zh-CN" sz="2800" b="1" dirty="0" err="1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Colour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just">
              <a:defRPr/>
            </a:pPr>
            <a:endParaRPr lang="en-US" altLang="zh-CN" sz="2800" b="1" dirty="0"/>
          </a:p>
          <a:p>
            <a:pPr algn="just">
              <a:defRPr/>
            </a:pPr>
            <a:r>
              <a:rPr lang="en-US" altLang="zh-CN" sz="2400" b="1" dirty="0"/>
              <a:t>1.What’s your </a:t>
            </a:r>
            <a:r>
              <a:rPr lang="en-US" altLang="zh-CN" sz="2400" b="1" dirty="0" err="1"/>
              <a:t>favourite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colour</a:t>
            </a:r>
            <a:r>
              <a:rPr lang="en-US" altLang="zh-CN" sz="2400" b="1" dirty="0"/>
              <a:t>?</a:t>
            </a:r>
          </a:p>
          <a:p>
            <a:pPr algn="just">
              <a:defRPr/>
            </a:pPr>
            <a:endParaRPr lang="en-US" altLang="zh-CN" sz="2400" b="1" dirty="0"/>
          </a:p>
          <a:p>
            <a:pPr algn="just">
              <a:lnSpc>
                <a:spcPct val="150000"/>
              </a:lnSpc>
              <a:defRPr/>
            </a:pPr>
            <a:r>
              <a:rPr lang="en-US" altLang="zh-CN" sz="2000" dirty="0"/>
              <a:t>My </a:t>
            </a:r>
            <a:r>
              <a:rPr lang="en-US" altLang="zh-CN" sz="2000" dirty="0" err="1"/>
              <a:t>favourite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colour</a:t>
            </a:r>
            <a:r>
              <a:rPr lang="en-US" altLang="zh-CN" sz="2000" dirty="0"/>
              <a:t> is ~ ,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because this </a:t>
            </a:r>
            <a:r>
              <a:rPr lang="en-US" altLang="zh-CN" sz="2400" dirty="0" err="1">
                <a:solidFill>
                  <a:schemeClr val="accent6">
                    <a:lumMod val="50000"/>
                  </a:schemeClr>
                </a:solidFill>
              </a:rPr>
              <a:t>colour</a:t>
            </a:r>
            <a:r>
              <a:rPr lang="en-US" altLang="zh-CN" sz="2400" dirty="0">
                <a:solidFill>
                  <a:srgbClr val="FF3300"/>
                </a:solidFill>
              </a:rPr>
              <a:t> </a:t>
            </a:r>
            <a:r>
              <a:rPr lang="en-US" altLang="zh-CN" sz="2400" dirty="0"/>
              <a:t>symbolizes prosperity and longevity in Chinese traditional culture. 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And I often buy ~ items to decorate my home, because I think</a:t>
            </a:r>
            <a:r>
              <a:rPr lang="en-US" altLang="zh-CN" sz="2400" dirty="0">
                <a:solidFill>
                  <a:srgbClr val="FF3300"/>
                </a:solidFill>
              </a:rPr>
              <a:t> </a:t>
            </a:r>
            <a:r>
              <a:rPr lang="en-US" altLang="zh-CN" sz="2400" dirty="0"/>
              <a:t>they can bring me good fortune. </a:t>
            </a:r>
          </a:p>
          <a:p>
            <a:pPr algn="just">
              <a:defRPr/>
            </a:pPr>
            <a:endParaRPr lang="en-US" altLang="zh-CN" sz="2800" b="1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">
            <a:extLst>
              <a:ext uri="{FF2B5EF4-FFF2-40B4-BE49-F238E27FC236}">
                <a16:creationId xmlns:a16="http://schemas.microsoft.com/office/drawing/2014/main" id="{41B6E334-05C4-41F6-8495-A6FC76A06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958850"/>
            <a:ext cx="10753725" cy="2678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P1 wild animal</a:t>
            </a:r>
          </a:p>
          <a:p>
            <a:pPr algn="just">
              <a:defRPr/>
            </a:pPr>
            <a:endParaRPr lang="en-US" altLang="zh-CN" sz="2800" b="1" dirty="0"/>
          </a:p>
          <a:p>
            <a:pPr algn="just">
              <a:defRPr/>
            </a:pPr>
            <a:r>
              <a:rPr lang="en-US" altLang="zh-CN" sz="2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What’s your </a:t>
            </a:r>
            <a:r>
              <a:rPr lang="en-US" altLang="zh-CN" sz="2600" dirty="0" err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favourite</a:t>
            </a:r>
            <a:r>
              <a:rPr lang="en-US" altLang="zh-CN" sz="2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animal</a:t>
            </a:r>
            <a:r>
              <a:rPr lang="zh-CN" altLang="en-US" sz="2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6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defRPr/>
            </a:pPr>
            <a:br>
              <a:rPr lang="en-US" altLang="zh-CN" sz="2800" b="1" dirty="0"/>
            </a:br>
            <a:endParaRPr lang="en-US" altLang="zh-CN" sz="2800" b="1" dirty="0"/>
          </a:p>
          <a:p>
            <a:pPr algn="just">
              <a:defRPr/>
            </a:pPr>
            <a:endParaRPr lang="en-US" altLang="zh-CN" sz="2800" b="1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2">
            <a:extLst>
              <a:ext uri="{FF2B5EF4-FFF2-40B4-BE49-F238E27FC236}">
                <a16:creationId xmlns:a16="http://schemas.microsoft.com/office/drawing/2014/main" id="{3D5B65D8-4BFA-4ED8-ABC2-88EEAB019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090738"/>
            <a:ext cx="107537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掌握语境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</a:t>
            </a: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客观事物类</a:t>
            </a:r>
            <a:endParaRPr lang="en-US" altLang="zh-CN" sz="24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b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">
            <a:extLst>
              <a:ext uri="{FF2B5EF4-FFF2-40B4-BE49-F238E27FC236}">
                <a16:creationId xmlns:a16="http://schemas.microsoft.com/office/drawing/2014/main" id="{40598862-63D8-4222-86D1-F35957EA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01675"/>
            <a:ext cx="10755312" cy="267765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客观事物类主题</a:t>
            </a:r>
            <a:endParaRPr lang="en-US" altLang="zh-CN" sz="28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 clothes</a:t>
            </a:r>
            <a:r>
              <a:rPr lang="en-US" altLang="zh-CN" sz="2800" b="1" dirty="0"/>
              <a:t> </a:t>
            </a:r>
          </a:p>
          <a:p>
            <a:pPr algn="just"/>
            <a:endParaRPr lang="en-US" altLang="zh-CN" sz="2800" b="1" dirty="0"/>
          </a:p>
          <a:p>
            <a:pPr algn="just"/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1.What kind of clothes you’d like to wear?</a:t>
            </a:r>
          </a:p>
          <a:p>
            <a:pPr algn="just"/>
            <a:endParaRPr lang="en-US" altLang="zh-CN" sz="2800" b="1" dirty="0"/>
          </a:p>
          <a:p>
            <a:pPr algn="just"/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">
            <a:extLst>
              <a:ext uri="{FF2B5EF4-FFF2-40B4-BE49-F238E27FC236}">
                <a16:creationId xmlns:a16="http://schemas.microsoft.com/office/drawing/2014/main" id="{40598862-63D8-4222-86D1-F35957EA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01675"/>
            <a:ext cx="10755312" cy="3970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客观事物类主题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 clothes</a:t>
            </a:r>
            <a:r>
              <a:rPr lang="en-US" altLang="zh-CN" sz="2800" b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just"/>
            <a:endParaRPr lang="en-US" altLang="zh-CN" sz="2800" b="1" dirty="0"/>
          </a:p>
          <a:p>
            <a:pPr algn="just"/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</a:rPr>
              <a:t>1.What kind of clothes you’d like to wear?</a:t>
            </a:r>
          </a:p>
          <a:p>
            <a:pPr algn="just"/>
            <a:endParaRPr lang="en-US" altLang="zh-CN" sz="2800" b="1" dirty="0"/>
          </a:p>
          <a:p>
            <a:pPr algn="just"/>
            <a:r>
              <a:rPr lang="en-US" altLang="zh-CN" sz="2800" dirty="0"/>
              <a:t>Tang-suit</a:t>
            </a:r>
          </a:p>
          <a:p>
            <a:pPr algn="just"/>
            <a:r>
              <a:rPr lang="en-US" altLang="zh-CN" sz="2800" dirty="0"/>
              <a:t>A kind of Chinese traditional clothes</a:t>
            </a:r>
          </a:p>
          <a:p>
            <a:pPr algn="just"/>
            <a:endParaRPr lang="en-US" altLang="zh-CN" sz="2800" dirty="0"/>
          </a:p>
          <a:p>
            <a:pPr algn="just"/>
            <a:r>
              <a:rPr lang="en-US" altLang="zh-CN" sz="2800" dirty="0"/>
              <a:t>~~~</a:t>
            </a:r>
          </a:p>
        </p:txBody>
      </p:sp>
    </p:spTree>
    <p:extLst>
      <p:ext uri="{BB962C8B-B14F-4D97-AF65-F5344CB8AC3E}">
        <p14:creationId xmlns:p14="http://schemas.microsoft.com/office/powerpoint/2010/main" val="124326699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1">
            <a:extLst>
              <a:ext uri="{FF2B5EF4-FFF2-40B4-BE49-F238E27FC236}">
                <a16:creationId xmlns:a16="http://schemas.microsoft.com/office/drawing/2014/main" id="{FD561B3B-9A2E-48D0-B7C5-63124A63F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611188"/>
            <a:ext cx="4459287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第二类：城市</a:t>
            </a: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旅游</a:t>
            </a: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地点类</a:t>
            </a:r>
          </a:p>
        </p:txBody>
      </p:sp>
      <p:sp>
        <p:nvSpPr>
          <p:cNvPr id="24579" name="文本框 2">
            <a:extLst>
              <a:ext uri="{FF2B5EF4-FFF2-40B4-BE49-F238E27FC236}">
                <a16:creationId xmlns:a16="http://schemas.microsoft.com/office/drawing/2014/main" id="{38B49237-0225-493E-B13E-88532C8EF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1400175"/>
            <a:ext cx="1117064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</a:t>
            </a:r>
            <a:r>
              <a:rPr lang="zh-CN" altLang="en-US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hometown </a:t>
            </a:r>
            <a:r>
              <a:rPr lang="zh-CN" altLang="en-US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；</a:t>
            </a:r>
            <a:r>
              <a:rPr lang="en-US" altLang="zh-CN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 accommodation   </a:t>
            </a:r>
            <a:r>
              <a:rPr lang="zh-CN" altLang="en-US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； </a:t>
            </a:r>
            <a:r>
              <a:rPr lang="en-US" altLang="zh-CN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holiday   ;  park</a:t>
            </a:r>
          </a:p>
          <a:p>
            <a:endParaRPr lang="en-US" altLang="zh-CN" sz="3200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US" altLang="zh-CN" sz="32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P3 travel  </a:t>
            </a:r>
            <a:endParaRPr lang="zh-CN" altLang="en-US" sz="3200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4582" name="文本框 7">
            <a:extLst>
              <a:ext uri="{FF2B5EF4-FFF2-40B4-BE49-F238E27FC236}">
                <a16:creationId xmlns:a16="http://schemas.microsoft.com/office/drawing/2014/main" id="{9ABDB59E-1C2A-439C-A1E1-5C0E074CA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687388"/>
            <a:ext cx="877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必考题</a:t>
            </a:r>
          </a:p>
        </p:txBody>
      </p:sp>
      <p:sp>
        <p:nvSpPr>
          <p:cNvPr id="24583" name="文本框 1">
            <a:extLst>
              <a:ext uri="{FF2B5EF4-FFF2-40B4-BE49-F238E27FC236}">
                <a16:creationId xmlns:a16="http://schemas.microsoft.com/office/drawing/2014/main" id="{7704663A-D789-4A68-9522-DE4AEEC44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248025"/>
            <a:ext cx="3803650" cy="19383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Hometown</a:t>
            </a:r>
          </a:p>
          <a:p>
            <a:pPr>
              <a:defRPr/>
            </a:pPr>
            <a:r>
              <a:rPr lang="en-US" altLang="zh-CN" sz="2400" dirty="0"/>
              <a:t>1. Where is your hometown?</a:t>
            </a:r>
          </a:p>
          <a:p>
            <a:pPr>
              <a:defRPr/>
            </a:pP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Name + location  + title</a:t>
            </a:r>
          </a:p>
          <a:p>
            <a:pPr>
              <a:defRPr/>
            </a:pP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2. Do you like it?</a:t>
            </a:r>
            <a:endParaRPr lang="zh-CN" altLang="en-US" sz="2400" dirty="0"/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0E9CA08B-DA83-844A-848A-D601EBDADD6F}"/>
              </a:ext>
            </a:extLst>
          </p:cNvPr>
          <p:cNvCxnSpPr>
            <a:cxnSpLocks/>
          </p:cNvCxnSpPr>
          <p:nvPr/>
        </p:nvCxnSpPr>
        <p:spPr>
          <a:xfrm flipH="1" flipV="1">
            <a:off x="2998788" y="902005"/>
            <a:ext cx="1576387" cy="57437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F538C32-5895-4C4A-9CCA-5118022F3067}"/>
              </a:ext>
            </a:extLst>
          </p:cNvPr>
          <p:cNvCxnSpPr>
            <a:cxnSpLocks/>
          </p:cNvCxnSpPr>
          <p:nvPr/>
        </p:nvCxnSpPr>
        <p:spPr>
          <a:xfrm flipV="1">
            <a:off x="1157024" y="903062"/>
            <a:ext cx="604308" cy="49817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1">
            <a:extLst>
              <a:ext uri="{FF2B5EF4-FFF2-40B4-BE49-F238E27FC236}">
                <a16:creationId xmlns:a16="http://schemas.microsoft.com/office/drawing/2014/main" id="{302BC663-5472-4CEF-A7E2-91BB183B1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611188"/>
            <a:ext cx="4459287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第二类：城市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旅游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地点类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F3B227-EA85-4166-98FA-C351DA89E70B}"/>
              </a:ext>
            </a:extLst>
          </p:cNvPr>
          <p:cNvSpPr txBox="1"/>
          <p:nvPr/>
        </p:nvSpPr>
        <p:spPr>
          <a:xfrm>
            <a:off x="752475" y="1323975"/>
            <a:ext cx="10151177" cy="4124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Hometown</a:t>
            </a:r>
          </a:p>
          <a:p>
            <a:pPr>
              <a:defRPr/>
            </a:pPr>
            <a:endParaRPr lang="en-US" altLang="zh-CN" b="1" dirty="0"/>
          </a:p>
          <a:p>
            <a:pPr>
              <a:defRPr/>
            </a:pPr>
            <a:r>
              <a:rPr lang="en-US" altLang="zh-CN" b="1" dirty="0"/>
              <a:t>2. Do you like it?</a:t>
            </a:r>
          </a:p>
          <a:p>
            <a:pPr>
              <a:defRPr/>
            </a:pPr>
            <a:endParaRPr lang="en-US" altLang="zh-CN" b="1" dirty="0"/>
          </a:p>
          <a:p>
            <a:pPr marL="400050" indent="-400050">
              <a:buFont typeface="+mj-lt"/>
              <a:buAutoNum type="romanUcPeriod"/>
              <a:defRPr/>
            </a:pPr>
            <a:r>
              <a:rPr lang="en-US" altLang="zh-CN" sz="2000" b="1" dirty="0"/>
              <a:t>Transportation system + excellent + </a:t>
            </a:r>
            <a:r>
              <a:rPr lang="zh-CN" altLang="en-US" sz="2000" b="1" dirty="0"/>
              <a:t>站</a:t>
            </a:r>
            <a:r>
              <a:rPr lang="en-US" altLang="zh-CN" sz="2000" b="1" dirty="0"/>
              <a:t>s</a:t>
            </a:r>
          </a:p>
          <a:p>
            <a:pPr marL="400050" indent="-400050">
              <a:buFont typeface="+mj-lt"/>
              <a:buAutoNum type="romanUcPeriod"/>
              <a:defRPr/>
            </a:pPr>
            <a:endParaRPr lang="en-US" altLang="zh-CN" sz="2000" b="1" dirty="0"/>
          </a:p>
          <a:p>
            <a:pPr marL="400050" indent="-400050">
              <a:buFont typeface="+mj-lt"/>
              <a:buAutoNum type="romanUcPeriod"/>
              <a:defRPr/>
            </a:pPr>
            <a:r>
              <a:rPr lang="en-US" altLang="zh-CN" sz="2000" b="1" dirty="0"/>
              <a:t>Coastal city + enjoy fresh air &amp; do water activities + e.g.</a:t>
            </a:r>
          </a:p>
          <a:p>
            <a:pPr marL="400050" indent="-400050">
              <a:buFont typeface="+mj-lt"/>
              <a:buAutoNum type="romanUcPeriod"/>
              <a:defRPr/>
            </a:pPr>
            <a:endParaRPr lang="en-US" altLang="zh-CN" sz="2000" b="1" dirty="0"/>
          </a:p>
          <a:p>
            <a:pPr marL="400050" indent="-400050">
              <a:buFont typeface="+mj-lt"/>
              <a:buAutoNum type="romanUcPeriod"/>
              <a:defRPr/>
            </a:pPr>
            <a:r>
              <a:rPr lang="en-US" altLang="zh-CN" sz="2000" b="1" dirty="0"/>
              <a:t>Food + mouth-watering &amp; toothsome + e.g.</a:t>
            </a:r>
          </a:p>
          <a:p>
            <a:pPr marL="400050" indent="-400050">
              <a:buFont typeface="+mj-lt"/>
              <a:buAutoNum type="romanUcPeriod"/>
              <a:defRPr/>
            </a:pPr>
            <a:endParaRPr lang="en-US" altLang="zh-CN" sz="2000" b="1" dirty="0"/>
          </a:p>
          <a:p>
            <a:pPr marL="400050" indent="-400050">
              <a:buFont typeface="+mj-lt"/>
              <a:buAutoNum type="romanUcPeriod"/>
              <a:defRPr/>
            </a:pPr>
            <a:r>
              <a:rPr lang="en-US" altLang="zh-CN" sz="2000" b="1" dirty="0"/>
              <a:t>People + good natured &amp; warmhearted [</a:t>
            </a:r>
            <a:r>
              <a:rPr lang="zh-CN" altLang="en-US" sz="2000" b="1" dirty="0"/>
              <a:t>讲义</a:t>
            </a:r>
            <a:r>
              <a:rPr lang="en-US" altLang="zh-CN" sz="2000" b="1" dirty="0"/>
              <a:t>ho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hospitable &amp; obliging] + trouble + hand </a:t>
            </a:r>
          </a:p>
          <a:p>
            <a:pPr marL="400050" indent="-400050">
              <a:buFont typeface="+mj-lt"/>
              <a:buAutoNum type="romanUcPeriod"/>
              <a:defRPr/>
            </a:pPr>
            <a:endParaRPr lang="en-US" altLang="zh-CN" sz="2000" b="1" dirty="0"/>
          </a:p>
          <a:p>
            <a:pPr marL="400050" indent="-400050">
              <a:buFont typeface="+mj-lt"/>
              <a:buAutoNum type="romanUcPeriod"/>
              <a:defRPr/>
            </a:pPr>
            <a:r>
              <a:rPr lang="en-US" altLang="zh-CN" sz="2000" b="1" dirty="0"/>
              <a:t>A poetic &amp; picturesque city + a lot of natural landscapes and culture relics  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1">
            <a:extLst>
              <a:ext uri="{FF2B5EF4-FFF2-40B4-BE49-F238E27FC236}">
                <a16:creationId xmlns:a16="http://schemas.microsoft.com/office/drawing/2014/main" id="{48DE0072-5F59-44F4-ACC5-01688A61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821" y="1163108"/>
            <a:ext cx="9617024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五大核心</a:t>
            </a:r>
            <a:endParaRPr lang="en-US" altLang="zh-CN" sz="36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3600" dirty="0">
              <a:solidFill>
                <a:schemeClr val="accent4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    </a:t>
            </a:r>
            <a:r>
              <a:rPr lang="en-US" altLang="zh-CN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海      </a:t>
            </a:r>
            <a:r>
              <a:rPr lang="en-US" altLang="zh-CN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交 </a:t>
            </a:r>
            <a:r>
              <a:rPr lang="en-US" altLang="zh-CN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食     </a:t>
            </a:r>
            <a:r>
              <a:rPr lang="en-US" altLang="zh-CN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风</a:t>
            </a:r>
          </a:p>
        </p:txBody>
      </p:sp>
      <p:sp>
        <p:nvSpPr>
          <p:cNvPr id="26627" name="文本框 2">
            <a:extLst>
              <a:ext uri="{FF2B5EF4-FFF2-40B4-BE49-F238E27FC236}">
                <a16:creationId xmlns:a16="http://schemas.microsoft.com/office/drawing/2014/main" id="{12BFEB02-C1A5-41AD-AFF8-98F9349B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83" y="3429000"/>
            <a:ext cx="102258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    HO    coastal    ex   </a:t>
            </a:r>
            <a:r>
              <a:rPr lang="zh-CN" altLang="en-US" sz="3600" b="1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   </a:t>
            </a:r>
            <a:r>
              <a:rPr lang="en-US" altLang="zh-CN" sz="3600" b="1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MW    N&amp;C</a:t>
            </a:r>
            <a:endParaRPr lang="zh-CN" altLang="en-US" sz="3600" b="1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1">
            <a:extLst>
              <a:ext uri="{FF2B5EF4-FFF2-40B4-BE49-F238E27FC236}">
                <a16:creationId xmlns:a16="http://schemas.microsoft.com/office/drawing/2014/main" id="{237AD912-FE16-4010-87AE-73F46FD6B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611188"/>
            <a:ext cx="4459287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第二类：城市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旅游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地点类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E43019-760C-4B32-8990-A0679560F68B}"/>
              </a:ext>
            </a:extLst>
          </p:cNvPr>
          <p:cNvSpPr txBox="1"/>
          <p:nvPr/>
        </p:nvSpPr>
        <p:spPr>
          <a:xfrm>
            <a:off x="752475" y="1323975"/>
            <a:ext cx="10677525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P1 park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sz="2800" dirty="0"/>
              <a:t>1. Do you often go to parks?</a:t>
            </a:r>
          </a:p>
          <a:p>
            <a:pPr>
              <a:defRPr/>
            </a:pPr>
            <a:r>
              <a:rPr lang="en-US" altLang="zh-CN" sz="2800" dirty="0"/>
              <a:t>Yes, especially the one near my home.</a:t>
            </a:r>
          </a:p>
          <a:p>
            <a:pPr>
              <a:defRPr/>
            </a:pPr>
            <a:r>
              <a:rPr lang="en-US" altLang="zh-CN" sz="2800" dirty="0"/>
              <a:t>Because </a:t>
            </a:r>
            <a:r>
              <a:rPr lang="en-US" altLang="zh-CN" sz="2000" dirty="0"/>
              <a:t>~</a:t>
            </a:r>
          </a:p>
          <a:p>
            <a:pPr>
              <a:defRPr/>
            </a:pP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P1 holiday</a:t>
            </a:r>
            <a:r>
              <a:rPr lang="en-US" altLang="zh-CN" sz="20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 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1. Do you prefer to have a short break or a long holiday?</a:t>
            </a:r>
          </a:p>
          <a:p>
            <a:pPr>
              <a:defRPr/>
            </a:pPr>
            <a:endParaRPr lang="en-US" altLang="zh-CN" sz="16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1">
            <a:extLst>
              <a:ext uri="{FF2B5EF4-FFF2-40B4-BE49-F238E27FC236}">
                <a16:creationId xmlns:a16="http://schemas.microsoft.com/office/drawing/2014/main" id="{237AD912-FE16-4010-87AE-73F46FD6B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611188"/>
            <a:ext cx="4459287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第二类：城市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旅游</a:t>
            </a:r>
            <a:r>
              <a:rPr lang="en-US" altLang="zh-CN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2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地点类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E43019-760C-4B32-8990-A0679560F68B}"/>
              </a:ext>
            </a:extLst>
          </p:cNvPr>
          <p:cNvSpPr txBox="1"/>
          <p:nvPr/>
        </p:nvSpPr>
        <p:spPr>
          <a:xfrm>
            <a:off x="752475" y="1323975"/>
            <a:ext cx="5892382" cy="30777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Accommodation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2</a:t>
            </a:r>
            <a:r>
              <a:rPr lang="en-US" altLang="zh-CN" sz="2000" dirty="0"/>
              <a:t>. </a:t>
            </a:r>
            <a:r>
              <a:rPr lang="en-US" altLang="zh-CN" sz="2400" dirty="0"/>
              <a:t>Do you like it</a:t>
            </a:r>
            <a:r>
              <a:rPr lang="en-US" altLang="zh-CN" sz="2000" dirty="0"/>
              <a:t>?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1. </a:t>
            </a:r>
            <a:r>
              <a:rPr lang="en-US" altLang="zh-CN" sz="2400" dirty="0"/>
              <a:t>What type of house or flat are you living in?</a:t>
            </a:r>
          </a:p>
        </p:txBody>
      </p:sp>
    </p:spTree>
    <p:extLst>
      <p:ext uri="{BB962C8B-B14F-4D97-AF65-F5344CB8AC3E}">
        <p14:creationId xmlns:p14="http://schemas.microsoft.com/office/powerpoint/2010/main" val="414966965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1">
            <a:extLst>
              <a:ext uri="{FF2B5EF4-FFF2-40B4-BE49-F238E27FC236}">
                <a16:creationId xmlns:a16="http://schemas.microsoft.com/office/drawing/2014/main" id="{E5838DC3-3ADF-4EB9-965A-301E98D3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63500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30723" name="文本框 3">
            <a:extLst>
              <a:ext uri="{FF2B5EF4-FFF2-40B4-BE49-F238E27FC236}">
                <a16:creationId xmlns:a16="http://schemas.microsoft.com/office/drawing/2014/main" id="{610381CD-4E9D-43F1-82FC-A21A777A2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24025"/>
            <a:ext cx="2425664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P1  </a:t>
            </a:r>
            <a:r>
              <a:rPr lang="zh-CN" altLang="en-US" sz="2600" b="1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V Boli" panose="02000500030200090000" pitchFamily="2" charset="0"/>
              </a:rPr>
              <a:t>话题词</a:t>
            </a:r>
            <a:endParaRPr lang="en-US" altLang="zh-CN" sz="2600" b="1" dirty="0">
              <a:solidFill>
                <a:schemeClr val="accent4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endParaRPr lang="en-US" altLang="zh-CN" sz="26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US" altLang="zh-CN" sz="26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Running </a:t>
            </a:r>
          </a:p>
          <a:p>
            <a:endParaRPr lang="en-US" altLang="zh-CN" sz="26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US" altLang="zh-CN" sz="26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Water sports </a:t>
            </a:r>
          </a:p>
          <a:p>
            <a:endParaRPr lang="en-US" altLang="zh-CN" sz="26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1">
            <a:extLst>
              <a:ext uri="{FF2B5EF4-FFF2-40B4-BE49-F238E27FC236}">
                <a16:creationId xmlns:a16="http://schemas.microsoft.com/office/drawing/2014/main" id="{8F4CCF2E-6DF5-4899-B5F3-479F343EA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63500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V Boli" panose="02000500030200090000" pitchFamily="2" charset="0"/>
              </a:rPr>
              <a:t>运动类</a:t>
            </a:r>
          </a:p>
        </p:txBody>
      </p:sp>
      <p:sp>
        <p:nvSpPr>
          <p:cNvPr id="31747" name="文本框 3">
            <a:extLst>
              <a:ext uri="{FF2B5EF4-FFF2-40B4-BE49-F238E27FC236}">
                <a16:creationId xmlns:a16="http://schemas.microsoft.com/office/drawing/2014/main" id="{77232BDC-DF4D-49D5-BE82-A4FC72F0E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99" y="2377442"/>
            <a:ext cx="215565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1.Do you like </a:t>
            </a:r>
            <a:r>
              <a:rPr lang="en-US" altLang="zh-CN" sz="2400" u="sng"/>
              <a:t>~?</a:t>
            </a:r>
          </a:p>
          <a:p>
            <a:endParaRPr lang="en-US" altLang="zh-CN" sz="2400"/>
          </a:p>
        </p:txBody>
      </p:sp>
      <p:sp>
        <p:nvSpPr>
          <p:cNvPr id="29700" name="文本框 8">
            <a:extLst>
              <a:ext uri="{FF2B5EF4-FFF2-40B4-BE49-F238E27FC236}">
                <a16:creationId xmlns:a16="http://schemas.microsoft.com/office/drawing/2014/main" id="{C95A0CE2-7684-4DC5-BFE2-A85C30437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850" y="2021957"/>
            <a:ext cx="5834325" cy="40318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it is a good way to lose weight because doing exercise will work my muscle and burn my calories.</a:t>
            </a:r>
          </a:p>
          <a:p>
            <a:pPr algn="just"/>
            <a:endParaRPr lang="en-US" altLang="zh-CN" sz="3200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just"/>
            <a:endParaRPr lang="en-US" altLang="zh-CN" sz="3200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r"/>
            <a:r>
              <a:rPr lang="zh-CN" altLang="en-U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减肥</a:t>
            </a:r>
            <a:endParaRPr lang="en-US" altLang="zh-CN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just"/>
            <a:endParaRPr lang="en-US" altLang="zh-CN" sz="3200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22146221-B2B1-428B-9734-3C25C06C5A3F}"/>
              </a:ext>
            </a:extLst>
          </p:cNvPr>
          <p:cNvSpPr/>
          <p:nvPr/>
        </p:nvSpPr>
        <p:spPr>
          <a:xfrm>
            <a:off x="8701088" y="1401569"/>
            <a:ext cx="2896659" cy="2782745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EAC19F0-10FF-47E9-A02F-911ED090FB46}"/>
              </a:ext>
            </a:extLst>
          </p:cNvPr>
          <p:cNvSpPr/>
          <p:nvPr/>
        </p:nvSpPr>
        <p:spPr>
          <a:xfrm>
            <a:off x="9470161" y="2188994"/>
            <a:ext cx="1358512" cy="1679911"/>
          </a:xfrm>
          <a:custGeom>
            <a:avLst/>
            <a:gdLst>
              <a:gd name="connsiteX0" fmla="*/ 266700 w 723900"/>
              <a:gd name="connsiteY0" fmla="*/ 19393 h 678977"/>
              <a:gd name="connsiteX1" fmla="*/ 314325 w 723900"/>
              <a:gd name="connsiteY1" fmla="*/ 343 h 678977"/>
              <a:gd name="connsiteX2" fmla="*/ 428625 w 723900"/>
              <a:gd name="connsiteY2" fmla="*/ 19393 h 678977"/>
              <a:gd name="connsiteX3" fmla="*/ 438150 w 723900"/>
              <a:gd name="connsiteY3" fmla="*/ 47968 h 678977"/>
              <a:gd name="connsiteX4" fmla="*/ 390525 w 723900"/>
              <a:gd name="connsiteY4" fmla="*/ 200368 h 678977"/>
              <a:gd name="connsiteX5" fmla="*/ 352425 w 723900"/>
              <a:gd name="connsiteY5" fmla="*/ 209893 h 678977"/>
              <a:gd name="connsiteX6" fmla="*/ 276225 w 723900"/>
              <a:gd name="connsiteY6" fmla="*/ 257518 h 678977"/>
              <a:gd name="connsiteX7" fmla="*/ 247650 w 723900"/>
              <a:gd name="connsiteY7" fmla="*/ 276568 h 678977"/>
              <a:gd name="connsiteX8" fmla="*/ 190500 w 723900"/>
              <a:gd name="connsiteY8" fmla="*/ 295618 h 678977"/>
              <a:gd name="connsiteX9" fmla="*/ 504825 w 723900"/>
              <a:gd name="connsiteY9" fmla="*/ 314668 h 678977"/>
              <a:gd name="connsiteX10" fmla="*/ 600075 w 723900"/>
              <a:gd name="connsiteY10" fmla="*/ 333718 h 678977"/>
              <a:gd name="connsiteX11" fmla="*/ 647700 w 723900"/>
              <a:gd name="connsiteY11" fmla="*/ 343243 h 678977"/>
              <a:gd name="connsiteX12" fmla="*/ 714375 w 723900"/>
              <a:gd name="connsiteY12" fmla="*/ 381343 h 678977"/>
              <a:gd name="connsiteX13" fmla="*/ 723900 w 723900"/>
              <a:gd name="connsiteY13" fmla="*/ 409918 h 678977"/>
              <a:gd name="connsiteX14" fmla="*/ 704850 w 723900"/>
              <a:gd name="connsiteY14" fmla="*/ 495643 h 678977"/>
              <a:gd name="connsiteX15" fmla="*/ 676275 w 723900"/>
              <a:gd name="connsiteY15" fmla="*/ 514693 h 678977"/>
              <a:gd name="connsiteX16" fmla="*/ 657225 w 723900"/>
              <a:gd name="connsiteY16" fmla="*/ 543268 h 678977"/>
              <a:gd name="connsiteX17" fmla="*/ 571500 w 723900"/>
              <a:gd name="connsiteY17" fmla="*/ 600418 h 678977"/>
              <a:gd name="connsiteX18" fmla="*/ 542925 w 723900"/>
              <a:gd name="connsiteY18" fmla="*/ 619468 h 678977"/>
              <a:gd name="connsiteX19" fmla="*/ 514350 w 723900"/>
              <a:gd name="connsiteY19" fmla="*/ 638518 h 678977"/>
              <a:gd name="connsiteX20" fmla="*/ 447675 w 723900"/>
              <a:gd name="connsiteY20" fmla="*/ 648043 h 678977"/>
              <a:gd name="connsiteX21" fmla="*/ 342900 w 723900"/>
              <a:gd name="connsiteY21" fmla="*/ 667093 h 678977"/>
              <a:gd name="connsiteX22" fmla="*/ 0 w 723900"/>
              <a:gd name="connsiteY22" fmla="*/ 676618 h 678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23900" h="678977">
                <a:moveTo>
                  <a:pt x="266700" y="19393"/>
                </a:moveTo>
                <a:cubicBezTo>
                  <a:pt x="282575" y="13043"/>
                  <a:pt x="297277" y="1654"/>
                  <a:pt x="314325" y="343"/>
                </a:cubicBezTo>
                <a:cubicBezTo>
                  <a:pt x="348427" y="-2280"/>
                  <a:pt x="393864" y="10703"/>
                  <a:pt x="428625" y="19393"/>
                </a:cubicBezTo>
                <a:cubicBezTo>
                  <a:pt x="431800" y="28918"/>
                  <a:pt x="438150" y="37928"/>
                  <a:pt x="438150" y="47968"/>
                </a:cubicBezTo>
                <a:cubicBezTo>
                  <a:pt x="438150" y="135822"/>
                  <a:pt x="457623" y="166819"/>
                  <a:pt x="390525" y="200368"/>
                </a:cubicBezTo>
                <a:cubicBezTo>
                  <a:pt x="378816" y="206222"/>
                  <a:pt x="365125" y="206718"/>
                  <a:pt x="352425" y="209893"/>
                </a:cubicBezTo>
                <a:cubicBezTo>
                  <a:pt x="279577" y="264529"/>
                  <a:pt x="349444" y="215679"/>
                  <a:pt x="276225" y="257518"/>
                </a:cubicBezTo>
                <a:cubicBezTo>
                  <a:pt x="266286" y="263198"/>
                  <a:pt x="258111" y="271919"/>
                  <a:pt x="247650" y="276568"/>
                </a:cubicBezTo>
                <a:cubicBezTo>
                  <a:pt x="229300" y="284723"/>
                  <a:pt x="190500" y="295618"/>
                  <a:pt x="190500" y="295618"/>
                </a:cubicBezTo>
                <a:cubicBezTo>
                  <a:pt x="295275" y="301968"/>
                  <a:pt x="400309" y="304946"/>
                  <a:pt x="504825" y="314668"/>
                </a:cubicBezTo>
                <a:cubicBezTo>
                  <a:pt x="537065" y="317667"/>
                  <a:pt x="568325" y="327368"/>
                  <a:pt x="600075" y="333718"/>
                </a:cubicBezTo>
                <a:lnTo>
                  <a:pt x="647700" y="343243"/>
                </a:lnTo>
                <a:cubicBezTo>
                  <a:pt x="657075" y="347930"/>
                  <a:pt x="705400" y="370124"/>
                  <a:pt x="714375" y="381343"/>
                </a:cubicBezTo>
                <a:cubicBezTo>
                  <a:pt x="720647" y="389183"/>
                  <a:pt x="720725" y="400393"/>
                  <a:pt x="723900" y="409918"/>
                </a:cubicBezTo>
                <a:cubicBezTo>
                  <a:pt x="717550" y="438493"/>
                  <a:pt x="716963" y="468995"/>
                  <a:pt x="704850" y="495643"/>
                </a:cubicBezTo>
                <a:cubicBezTo>
                  <a:pt x="700113" y="506065"/>
                  <a:pt x="684370" y="506598"/>
                  <a:pt x="676275" y="514693"/>
                </a:cubicBezTo>
                <a:cubicBezTo>
                  <a:pt x="668180" y="522788"/>
                  <a:pt x="666085" y="536019"/>
                  <a:pt x="657225" y="543268"/>
                </a:cubicBezTo>
                <a:cubicBezTo>
                  <a:pt x="630645" y="565015"/>
                  <a:pt x="600075" y="581368"/>
                  <a:pt x="571500" y="600418"/>
                </a:cubicBezTo>
                <a:lnTo>
                  <a:pt x="542925" y="619468"/>
                </a:lnTo>
                <a:cubicBezTo>
                  <a:pt x="533400" y="625818"/>
                  <a:pt x="525683" y="636899"/>
                  <a:pt x="514350" y="638518"/>
                </a:cubicBezTo>
                <a:lnTo>
                  <a:pt x="447675" y="648043"/>
                </a:lnTo>
                <a:cubicBezTo>
                  <a:pt x="395968" y="665279"/>
                  <a:pt x="426125" y="657302"/>
                  <a:pt x="342900" y="667093"/>
                </a:cubicBezTo>
                <a:cubicBezTo>
                  <a:pt x="181470" y="686085"/>
                  <a:pt x="257612" y="676618"/>
                  <a:pt x="0" y="676618"/>
                </a:cubicBez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1">
            <a:extLst>
              <a:ext uri="{FF2B5EF4-FFF2-40B4-BE49-F238E27FC236}">
                <a16:creationId xmlns:a16="http://schemas.microsoft.com/office/drawing/2014/main" id="{E8DC6A90-758E-4B2C-9E2B-B4C0FB341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63500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32771" name="文本框 3">
            <a:extLst>
              <a:ext uri="{FF2B5EF4-FFF2-40B4-BE49-F238E27FC236}">
                <a16:creationId xmlns:a16="http://schemas.microsoft.com/office/drawing/2014/main" id="{7D956830-AAAA-4C8D-9699-6003CED0D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59" y="1684867"/>
            <a:ext cx="656060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MV Boli" panose="02000500030200090000" pitchFamily="2" charset="0"/>
                <a:cs typeface="MV Boli" panose="02000500030200090000" pitchFamily="2" charset="0"/>
              </a:rPr>
              <a:t>2. What type of Sport do you like to do?</a:t>
            </a:r>
          </a:p>
        </p:txBody>
      </p:sp>
      <p:sp>
        <p:nvSpPr>
          <p:cNvPr id="29700" name="文本框 8">
            <a:extLst>
              <a:ext uri="{FF2B5EF4-FFF2-40B4-BE49-F238E27FC236}">
                <a16:creationId xmlns:a16="http://schemas.microsoft.com/office/drawing/2014/main" id="{860A0781-6F85-433E-B30C-A65161097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421" y="1715495"/>
            <a:ext cx="2573337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细化法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1">
            <a:extLst>
              <a:ext uri="{FF2B5EF4-FFF2-40B4-BE49-F238E27FC236}">
                <a16:creationId xmlns:a16="http://schemas.microsoft.com/office/drawing/2014/main" id="{4C396F45-71BB-4181-BDBF-EABF29629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63500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运动类</a:t>
            </a:r>
          </a:p>
        </p:txBody>
      </p:sp>
      <p:sp>
        <p:nvSpPr>
          <p:cNvPr id="29699" name="文本框 3">
            <a:extLst>
              <a:ext uri="{FF2B5EF4-FFF2-40B4-BE49-F238E27FC236}">
                <a16:creationId xmlns:a16="http://schemas.microsoft.com/office/drawing/2014/main" id="{AA867016-AA36-4E28-A360-AFBE133BC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82" y="2722562"/>
            <a:ext cx="1771639" cy="120032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2. type?</a:t>
            </a:r>
          </a:p>
          <a:p>
            <a:endParaRPr lang="en-US" altLang="zh-CN" sz="2400" b="1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运动好处</a:t>
            </a: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2 </a:t>
            </a:r>
          </a:p>
        </p:txBody>
      </p:sp>
      <p:sp>
        <p:nvSpPr>
          <p:cNvPr id="29700" name="文本框 8">
            <a:extLst>
              <a:ext uri="{FF2B5EF4-FFF2-40B4-BE49-F238E27FC236}">
                <a16:creationId xmlns:a16="http://schemas.microsoft.com/office/drawing/2014/main" id="{B47FD6CE-F1DD-4E1C-8DC5-54AC96846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2274838"/>
            <a:ext cx="5575300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It can help me reduce the risk and probability of getting diseases, such as colds and high blood pressure</a:t>
            </a:r>
          </a:p>
          <a:p>
            <a:pPr algn="just"/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r"/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减病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just"/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02874B7D-3641-4E9B-8F6D-54E0FDE88230}"/>
              </a:ext>
            </a:extLst>
          </p:cNvPr>
          <p:cNvSpPr/>
          <p:nvPr/>
        </p:nvSpPr>
        <p:spPr>
          <a:xfrm>
            <a:off x="8640763" y="1908175"/>
            <a:ext cx="1695450" cy="1628775"/>
          </a:xfrm>
          <a:prstGeom prst="triangl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638C5FC-3627-481E-B41E-2CCED2ECD919}"/>
              </a:ext>
            </a:extLst>
          </p:cNvPr>
          <p:cNvSpPr/>
          <p:nvPr/>
        </p:nvSpPr>
        <p:spPr>
          <a:xfrm>
            <a:off x="9105900" y="2609850"/>
            <a:ext cx="866775" cy="542925"/>
          </a:xfrm>
          <a:custGeom>
            <a:avLst/>
            <a:gdLst>
              <a:gd name="connsiteX0" fmla="*/ 266700 w 866791"/>
              <a:gd name="connsiteY0" fmla="*/ 0 h 542925"/>
              <a:gd name="connsiteX1" fmla="*/ 228600 w 866791"/>
              <a:gd name="connsiteY1" fmla="*/ 47625 h 542925"/>
              <a:gd name="connsiteX2" fmla="*/ 209550 w 866791"/>
              <a:gd name="connsiteY2" fmla="*/ 114300 h 542925"/>
              <a:gd name="connsiteX3" fmla="*/ 152400 w 866791"/>
              <a:gd name="connsiteY3" fmla="*/ 209550 h 542925"/>
              <a:gd name="connsiteX4" fmla="*/ 133350 w 866791"/>
              <a:gd name="connsiteY4" fmla="*/ 238125 h 542925"/>
              <a:gd name="connsiteX5" fmla="*/ 114300 w 866791"/>
              <a:gd name="connsiteY5" fmla="*/ 295275 h 542925"/>
              <a:gd name="connsiteX6" fmla="*/ 95250 w 866791"/>
              <a:gd name="connsiteY6" fmla="*/ 323850 h 542925"/>
              <a:gd name="connsiteX7" fmla="*/ 66675 w 866791"/>
              <a:gd name="connsiteY7" fmla="*/ 371475 h 542925"/>
              <a:gd name="connsiteX8" fmla="*/ 28575 w 866791"/>
              <a:gd name="connsiteY8" fmla="*/ 447675 h 542925"/>
              <a:gd name="connsiteX9" fmla="*/ 19050 w 866791"/>
              <a:gd name="connsiteY9" fmla="*/ 485775 h 542925"/>
              <a:gd name="connsiteX10" fmla="*/ 0 w 866791"/>
              <a:gd name="connsiteY10" fmla="*/ 514350 h 542925"/>
              <a:gd name="connsiteX11" fmla="*/ 19050 w 866791"/>
              <a:gd name="connsiteY11" fmla="*/ 542925 h 542925"/>
              <a:gd name="connsiteX12" fmla="*/ 114300 w 866791"/>
              <a:gd name="connsiteY12" fmla="*/ 514350 h 542925"/>
              <a:gd name="connsiteX13" fmla="*/ 238125 w 866791"/>
              <a:gd name="connsiteY13" fmla="*/ 495300 h 542925"/>
              <a:gd name="connsiteX14" fmla="*/ 285750 w 866791"/>
              <a:gd name="connsiteY14" fmla="*/ 485775 h 542925"/>
              <a:gd name="connsiteX15" fmla="*/ 400050 w 866791"/>
              <a:gd name="connsiteY15" fmla="*/ 466725 h 542925"/>
              <a:gd name="connsiteX16" fmla="*/ 457200 w 866791"/>
              <a:gd name="connsiteY16" fmla="*/ 457200 h 542925"/>
              <a:gd name="connsiteX17" fmla="*/ 657225 w 866791"/>
              <a:gd name="connsiteY17" fmla="*/ 428625 h 542925"/>
              <a:gd name="connsiteX18" fmla="*/ 819150 w 866791"/>
              <a:gd name="connsiteY18" fmla="*/ 409575 h 542925"/>
              <a:gd name="connsiteX19" fmla="*/ 857250 w 866791"/>
              <a:gd name="connsiteY19" fmla="*/ 400050 h 542925"/>
              <a:gd name="connsiteX20" fmla="*/ 819150 w 866791"/>
              <a:gd name="connsiteY20" fmla="*/ 371475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66791" h="542925">
                <a:moveTo>
                  <a:pt x="266700" y="0"/>
                </a:moveTo>
                <a:cubicBezTo>
                  <a:pt x="254000" y="15875"/>
                  <a:pt x="239375" y="30385"/>
                  <a:pt x="228600" y="47625"/>
                </a:cubicBezTo>
                <a:cubicBezTo>
                  <a:pt x="216897" y="66350"/>
                  <a:pt x="218953" y="95495"/>
                  <a:pt x="209550" y="114300"/>
                </a:cubicBezTo>
                <a:cubicBezTo>
                  <a:pt x="192991" y="147418"/>
                  <a:pt x="172939" y="178742"/>
                  <a:pt x="152400" y="209550"/>
                </a:cubicBezTo>
                <a:cubicBezTo>
                  <a:pt x="146050" y="219075"/>
                  <a:pt x="137999" y="227664"/>
                  <a:pt x="133350" y="238125"/>
                </a:cubicBezTo>
                <a:cubicBezTo>
                  <a:pt x="125195" y="256475"/>
                  <a:pt x="122455" y="276925"/>
                  <a:pt x="114300" y="295275"/>
                </a:cubicBezTo>
                <a:cubicBezTo>
                  <a:pt x="109651" y="305736"/>
                  <a:pt x="101317" y="314142"/>
                  <a:pt x="95250" y="323850"/>
                </a:cubicBezTo>
                <a:cubicBezTo>
                  <a:pt x="85438" y="339549"/>
                  <a:pt x="74954" y="354916"/>
                  <a:pt x="66675" y="371475"/>
                </a:cubicBezTo>
                <a:cubicBezTo>
                  <a:pt x="20072" y="464681"/>
                  <a:pt x="72710" y="381472"/>
                  <a:pt x="28575" y="447675"/>
                </a:cubicBezTo>
                <a:cubicBezTo>
                  <a:pt x="25400" y="460375"/>
                  <a:pt x="24207" y="473743"/>
                  <a:pt x="19050" y="485775"/>
                </a:cubicBezTo>
                <a:cubicBezTo>
                  <a:pt x="14541" y="496297"/>
                  <a:pt x="0" y="502902"/>
                  <a:pt x="0" y="514350"/>
                </a:cubicBezTo>
                <a:cubicBezTo>
                  <a:pt x="0" y="525798"/>
                  <a:pt x="12700" y="533400"/>
                  <a:pt x="19050" y="542925"/>
                </a:cubicBezTo>
                <a:cubicBezTo>
                  <a:pt x="55344" y="530827"/>
                  <a:pt x="70683" y="525254"/>
                  <a:pt x="114300" y="514350"/>
                </a:cubicBezTo>
                <a:cubicBezTo>
                  <a:pt x="166714" y="501246"/>
                  <a:pt x="177976" y="504554"/>
                  <a:pt x="238125" y="495300"/>
                </a:cubicBezTo>
                <a:cubicBezTo>
                  <a:pt x="254126" y="492838"/>
                  <a:pt x="269807" y="488588"/>
                  <a:pt x="285750" y="485775"/>
                </a:cubicBezTo>
                <a:lnTo>
                  <a:pt x="400050" y="466725"/>
                </a:lnTo>
                <a:lnTo>
                  <a:pt x="457200" y="457200"/>
                </a:lnTo>
                <a:cubicBezTo>
                  <a:pt x="545020" y="413290"/>
                  <a:pt x="475946" y="441573"/>
                  <a:pt x="657225" y="428625"/>
                </a:cubicBezTo>
                <a:cubicBezTo>
                  <a:pt x="719255" y="424194"/>
                  <a:pt x="761540" y="421097"/>
                  <a:pt x="819150" y="409575"/>
                </a:cubicBezTo>
                <a:cubicBezTo>
                  <a:pt x="831987" y="407008"/>
                  <a:pt x="844550" y="403225"/>
                  <a:pt x="857250" y="400050"/>
                </a:cubicBezTo>
                <a:cubicBezTo>
                  <a:pt x="871795" y="356415"/>
                  <a:pt x="876815" y="371475"/>
                  <a:pt x="819150" y="371475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4B10C0F-44A0-43C4-84D5-E3F81D29AD75}"/>
              </a:ext>
            </a:extLst>
          </p:cNvPr>
          <p:cNvSpPr/>
          <p:nvPr/>
        </p:nvSpPr>
        <p:spPr>
          <a:xfrm>
            <a:off x="9477375" y="2743200"/>
            <a:ext cx="152400" cy="657225"/>
          </a:xfrm>
          <a:custGeom>
            <a:avLst/>
            <a:gdLst>
              <a:gd name="connsiteX0" fmla="*/ 152867 w 152867"/>
              <a:gd name="connsiteY0" fmla="*/ 0 h 657225"/>
              <a:gd name="connsiteX1" fmla="*/ 133817 w 152867"/>
              <a:gd name="connsiteY1" fmla="*/ 133350 h 657225"/>
              <a:gd name="connsiteX2" fmla="*/ 114767 w 152867"/>
              <a:gd name="connsiteY2" fmla="*/ 257175 h 657225"/>
              <a:gd name="connsiteX3" fmla="*/ 105242 w 152867"/>
              <a:gd name="connsiteY3" fmla="*/ 285750 h 657225"/>
              <a:gd name="connsiteX4" fmla="*/ 76667 w 152867"/>
              <a:gd name="connsiteY4" fmla="*/ 381000 h 657225"/>
              <a:gd name="connsiteX5" fmla="*/ 57617 w 152867"/>
              <a:gd name="connsiteY5" fmla="*/ 409575 h 657225"/>
              <a:gd name="connsiteX6" fmla="*/ 38567 w 152867"/>
              <a:gd name="connsiteY6" fmla="*/ 485775 h 657225"/>
              <a:gd name="connsiteX7" fmla="*/ 19517 w 152867"/>
              <a:gd name="connsiteY7" fmla="*/ 542925 h 657225"/>
              <a:gd name="connsiteX8" fmla="*/ 9992 w 152867"/>
              <a:gd name="connsiteY8" fmla="*/ 571500 h 657225"/>
              <a:gd name="connsiteX9" fmla="*/ 467 w 152867"/>
              <a:gd name="connsiteY9" fmla="*/ 628650 h 657225"/>
              <a:gd name="connsiteX10" fmla="*/ 467 w 152867"/>
              <a:gd name="connsiteY10" fmla="*/ 657225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2867" h="657225">
                <a:moveTo>
                  <a:pt x="152867" y="0"/>
                </a:moveTo>
                <a:lnTo>
                  <a:pt x="133817" y="133350"/>
                </a:lnTo>
                <a:cubicBezTo>
                  <a:pt x="130779" y="154619"/>
                  <a:pt x="120053" y="233386"/>
                  <a:pt x="114767" y="257175"/>
                </a:cubicBezTo>
                <a:cubicBezTo>
                  <a:pt x="112589" y="266976"/>
                  <a:pt x="108000" y="276096"/>
                  <a:pt x="105242" y="285750"/>
                </a:cubicBezTo>
                <a:cubicBezTo>
                  <a:pt x="98586" y="309045"/>
                  <a:pt x="87985" y="364023"/>
                  <a:pt x="76667" y="381000"/>
                </a:cubicBezTo>
                <a:lnTo>
                  <a:pt x="57617" y="409575"/>
                </a:lnTo>
                <a:cubicBezTo>
                  <a:pt x="51267" y="434975"/>
                  <a:pt x="46846" y="460937"/>
                  <a:pt x="38567" y="485775"/>
                </a:cubicBezTo>
                <a:lnTo>
                  <a:pt x="19517" y="542925"/>
                </a:lnTo>
                <a:cubicBezTo>
                  <a:pt x="16342" y="552450"/>
                  <a:pt x="11643" y="561596"/>
                  <a:pt x="9992" y="571500"/>
                </a:cubicBezTo>
                <a:cubicBezTo>
                  <a:pt x="6817" y="590550"/>
                  <a:pt x="2600" y="609455"/>
                  <a:pt x="467" y="628650"/>
                </a:cubicBezTo>
                <a:cubicBezTo>
                  <a:pt x="-585" y="638117"/>
                  <a:pt x="467" y="647700"/>
                  <a:pt x="467" y="657225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框 1">
            <a:extLst>
              <a:ext uri="{FF2B5EF4-FFF2-40B4-BE49-F238E27FC236}">
                <a16:creationId xmlns:a16="http://schemas.microsoft.com/office/drawing/2014/main" id="{264EDB9C-D7E6-48E3-81D2-61AD34F09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63500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34819" name="文本框 3">
            <a:extLst>
              <a:ext uri="{FF2B5EF4-FFF2-40B4-BE49-F238E27FC236}">
                <a16:creationId xmlns:a16="http://schemas.microsoft.com/office/drawing/2014/main" id="{D1843A6F-C5C0-4738-9E3D-EE52297A2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028950"/>
            <a:ext cx="16097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4 why </a:t>
            </a:r>
          </a:p>
        </p:txBody>
      </p:sp>
      <p:sp>
        <p:nvSpPr>
          <p:cNvPr id="34820" name="文本框 8">
            <a:extLst>
              <a:ext uri="{FF2B5EF4-FFF2-40B4-BE49-F238E27FC236}">
                <a16:creationId xmlns:a16="http://schemas.microsoft.com/office/drawing/2014/main" id="{3504AA68-489E-4B5E-9B45-8B68A9F2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8" y="2859088"/>
            <a:ext cx="78057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/>
              <a:t>doing sports can speed up my metabolism to help flush toxins from my body. 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文本框 1">
            <a:extLst>
              <a:ext uri="{FF2B5EF4-FFF2-40B4-BE49-F238E27FC236}">
                <a16:creationId xmlns:a16="http://schemas.microsoft.com/office/drawing/2014/main" id="{4D39EDC0-F29B-4EF7-B380-17CD7B219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7762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27653" name="文本框 3">
            <a:extLst>
              <a:ext uri="{FF2B5EF4-FFF2-40B4-BE49-F238E27FC236}">
                <a16:creationId xmlns:a16="http://schemas.microsoft.com/office/drawing/2014/main" id="{53BB2D9C-1368-4639-9C80-C66C64D83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2166938"/>
            <a:ext cx="2492285" cy="267765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r>
              <a:rPr lang="en-US" altLang="zh-CN" sz="2400" b="1" dirty="0"/>
              <a:t>Do you </a:t>
            </a:r>
            <a:r>
              <a:rPr lang="en-US" altLang="zh-CN" sz="2400" b="1" u="sng" dirty="0"/>
              <a:t>often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run?</a:t>
            </a:r>
          </a:p>
          <a:p>
            <a:endParaRPr lang="en-US" altLang="zh-CN" sz="2400" u="sng" dirty="0"/>
          </a:p>
          <a:p>
            <a:pPr algn="ctr"/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Often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类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pPr algn="ctr"/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+</a:t>
            </a:r>
          </a:p>
          <a:p>
            <a:pPr algn="ctr"/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耗时类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9808289-799C-44BD-9D4E-78A68C422083}"/>
              </a:ext>
            </a:extLst>
          </p:cNvPr>
          <p:cNvSpPr/>
          <p:nvPr/>
        </p:nvSpPr>
        <p:spPr>
          <a:xfrm>
            <a:off x="4012379" y="1993900"/>
            <a:ext cx="7093771" cy="3223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000" dirty="0"/>
          </a:p>
        </p:txBody>
      </p:sp>
      <p:sp>
        <p:nvSpPr>
          <p:cNvPr id="27651" name="文本框 1">
            <a:extLst>
              <a:ext uri="{FF2B5EF4-FFF2-40B4-BE49-F238E27FC236}">
                <a16:creationId xmlns:a16="http://schemas.microsoft.com/office/drawing/2014/main" id="{4D39EDC0-F29B-4EF7-B380-17CD7B219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7762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27653" name="文本框 3">
            <a:extLst>
              <a:ext uri="{FF2B5EF4-FFF2-40B4-BE49-F238E27FC236}">
                <a16:creationId xmlns:a16="http://schemas.microsoft.com/office/drawing/2014/main" id="{53BB2D9C-1368-4639-9C80-C66C64D83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25" y="2213579"/>
            <a:ext cx="2462534" cy="224676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Do you </a:t>
            </a:r>
            <a:r>
              <a:rPr lang="en-US" altLang="zh-CN" sz="2000" b="1" u="sng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often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 run?</a:t>
            </a:r>
            <a:endParaRPr lang="en-US" altLang="zh-CN" sz="2000" b="1" u="sng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endParaRPr lang="en-US" altLang="zh-CN" sz="2000" b="1" u="sng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Often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类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   +</a:t>
            </a:r>
          </a:p>
          <a:p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V Boli" panose="02000500030200090000" pitchFamily="2" charset="0"/>
                <a:ea typeface="Microsoft YaHei" panose="020B0503020204020204" pitchFamily="34" charset="-122"/>
                <a:cs typeface="MV Boli" panose="02000500030200090000" pitchFamily="2" charset="0"/>
              </a:rPr>
              <a:t>耗时类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  <a:p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MV Boli" panose="02000500030200090000" pitchFamily="2" charset="0"/>
              <a:ea typeface="Microsoft YaHei" panose="020B0503020204020204" pitchFamily="34" charset="-122"/>
              <a:cs typeface="MV Boli" panose="02000500030200090000" pitchFamily="2" charset="0"/>
            </a:endParaRPr>
          </a:p>
        </p:txBody>
      </p:sp>
      <p:sp>
        <p:nvSpPr>
          <p:cNvPr id="35845" name="文本框 1">
            <a:extLst>
              <a:ext uri="{FF2B5EF4-FFF2-40B4-BE49-F238E27FC236}">
                <a16:creationId xmlns:a16="http://schemas.microsoft.com/office/drawing/2014/main" id="{9A1E4F82-621D-4BC7-AAB3-6927167EB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0109" y="1350705"/>
            <a:ext cx="1879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I seldom do it</a:t>
            </a:r>
            <a:endParaRPr lang="zh-CN" altLang="en-US" sz="2400"/>
          </a:p>
        </p:txBody>
      </p:sp>
      <p:sp>
        <p:nvSpPr>
          <p:cNvPr id="35846" name="文本框 2">
            <a:extLst>
              <a:ext uri="{FF2B5EF4-FFF2-40B4-BE49-F238E27FC236}">
                <a16:creationId xmlns:a16="http://schemas.microsoft.com/office/drawing/2014/main" id="{7D06588E-F57E-45B5-80A8-B3E6ED5DF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2079625"/>
            <a:ext cx="65341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400"/>
              <a:t>I have to struggle with my homework till the midnight every day, so I don’t have much time to do it </a:t>
            </a:r>
            <a:endParaRPr lang="zh-CN" altLang="en-US" sz="240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231F16B-5FBB-4359-A649-A2D54E55E38F}"/>
              </a:ext>
            </a:extLst>
          </p:cNvPr>
          <p:cNvCxnSpPr>
            <a:cxnSpLocks/>
            <a:endCxn id="35846" idx="2"/>
          </p:cNvCxnSpPr>
          <p:nvPr/>
        </p:nvCxnSpPr>
        <p:spPr>
          <a:xfrm>
            <a:off x="7408612" y="2877259"/>
            <a:ext cx="144713" cy="402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8" name="文本框 6">
            <a:extLst>
              <a:ext uri="{FF2B5EF4-FFF2-40B4-BE49-F238E27FC236}">
                <a16:creationId xmlns:a16="http://schemas.microsoft.com/office/drawing/2014/main" id="{D68B5460-CB52-43BB-A025-EB791872C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637" y="3336964"/>
            <a:ext cx="493395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/>
              <a:t>Due to the large population and fierce competition in China, I have to study harder than others if I want to stand out</a:t>
            </a:r>
          </a:p>
          <a:p>
            <a:pPr algn="just"/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65928008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框 1">
            <a:extLst>
              <a:ext uri="{FF2B5EF4-FFF2-40B4-BE49-F238E27FC236}">
                <a16:creationId xmlns:a16="http://schemas.microsoft.com/office/drawing/2014/main" id="{B4E53ED9-B70D-4661-A135-4CD9DC11C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74295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运动类</a:t>
            </a:r>
          </a:p>
        </p:txBody>
      </p:sp>
      <p:sp>
        <p:nvSpPr>
          <p:cNvPr id="36867" name="文本框 2">
            <a:extLst>
              <a:ext uri="{FF2B5EF4-FFF2-40B4-BE49-F238E27FC236}">
                <a16:creationId xmlns:a16="http://schemas.microsoft.com/office/drawing/2014/main" id="{17D65ED8-8210-4C66-8D75-2E4D7A72A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4463"/>
            <a:ext cx="349967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P1 water sports</a:t>
            </a:r>
          </a:p>
          <a:p>
            <a:r>
              <a:rPr lang="en-US" altLang="zh-CN" sz="3200" b="1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       </a:t>
            </a:r>
            <a:endParaRPr lang="zh-CN" altLang="en-US" sz="3200" b="1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6868" name="文本框 3">
            <a:extLst>
              <a:ext uri="{FF2B5EF4-FFF2-40B4-BE49-F238E27FC236}">
                <a16:creationId xmlns:a16="http://schemas.microsoft.com/office/drawing/2014/main" id="{EC8C96E4-E450-438A-AC68-8A4B88854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80" y="1693072"/>
            <a:ext cx="633795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/>
              <a:t>Do people in China often do water sports?</a:t>
            </a:r>
          </a:p>
          <a:p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框 1">
            <a:extLst>
              <a:ext uri="{FF2B5EF4-FFF2-40B4-BE49-F238E27FC236}">
                <a16:creationId xmlns:a16="http://schemas.microsoft.com/office/drawing/2014/main" id="{B4E53ED9-B70D-4661-A135-4CD9DC11C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742950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运动类</a:t>
            </a:r>
          </a:p>
        </p:txBody>
      </p:sp>
      <p:sp>
        <p:nvSpPr>
          <p:cNvPr id="36867" name="文本框 2">
            <a:extLst>
              <a:ext uri="{FF2B5EF4-FFF2-40B4-BE49-F238E27FC236}">
                <a16:creationId xmlns:a16="http://schemas.microsoft.com/office/drawing/2014/main" id="{17D65ED8-8210-4C66-8D75-2E4D7A72A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38300"/>
            <a:ext cx="14493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 P3   Sport</a:t>
            </a:r>
          </a:p>
          <a:p>
            <a:endParaRPr lang="en-US" altLang="zh-CN" sz="2400"/>
          </a:p>
          <a:p>
            <a:r>
              <a:rPr lang="en-US" altLang="zh-CN" sz="2400"/>
              <a:t>        </a:t>
            </a:r>
            <a:endParaRPr lang="zh-CN" altLang="en-US" sz="2400"/>
          </a:p>
        </p:txBody>
      </p:sp>
      <p:sp>
        <p:nvSpPr>
          <p:cNvPr id="36868" name="文本框 3">
            <a:extLst>
              <a:ext uri="{FF2B5EF4-FFF2-40B4-BE49-F238E27FC236}">
                <a16:creationId xmlns:a16="http://schemas.microsoft.com/office/drawing/2014/main" id="{EC8C96E4-E450-438A-AC68-8A4B88854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775" y="2011699"/>
            <a:ext cx="47127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000" b="1"/>
          </a:p>
          <a:p>
            <a:r>
              <a:rPr lang="en-US" altLang="zh-CN" sz="2000" b="1"/>
              <a:t>What kinds of sports are popular in </a:t>
            </a:r>
            <a:r>
              <a:rPr lang="en-US" altLang="zh-CN" sz="2000" b="1">
                <a:solidFill>
                  <a:srgbClr val="FF0000"/>
                </a:solidFill>
              </a:rPr>
              <a:t>China</a:t>
            </a:r>
            <a:r>
              <a:rPr lang="en-US" altLang="zh-CN" sz="2000" b="1"/>
              <a:t>?</a:t>
            </a:r>
          </a:p>
          <a:p>
            <a:endParaRPr lang="en-US" altLang="zh-CN" sz="2000" b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27EA9C-17C0-4ECE-96AA-ED53695CB394}"/>
              </a:ext>
            </a:extLst>
          </p:cNvPr>
          <p:cNvSpPr txBox="1"/>
          <p:nvPr/>
        </p:nvSpPr>
        <p:spPr>
          <a:xfrm>
            <a:off x="953084" y="3032461"/>
            <a:ext cx="5766002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People/china                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分类讨论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en-US" altLang="zh-CN" sz="2400" b="1"/>
          </a:p>
          <a:p>
            <a:r>
              <a:rPr lang="en-US" altLang="zh-CN" sz="2400" b="1"/>
              <a:t>It depends.</a:t>
            </a:r>
          </a:p>
          <a:p>
            <a:r>
              <a:rPr lang="en-US" altLang="zh-CN" sz="2400" b="1"/>
              <a:t>For the old + leisure activities + TAICHI</a:t>
            </a:r>
          </a:p>
          <a:p>
            <a:r>
              <a:rPr lang="en-US" altLang="zh-CN" sz="2400" b="1"/>
              <a:t>For the young + fierce sports + BADMINTON</a:t>
            </a:r>
          </a:p>
          <a:p>
            <a:endParaRPr lang="en-US" altLang="zh-CN" sz="2400" b="1"/>
          </a:p>
          <a:p>
            <a:r>
              <a:rPr lang="en-US" altLang="zh-CN" sz="2400" b="1"/>
              <a:t>Different physical condition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226048368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1">
            <a:extLst>
              <a:ext uri="{FF2B5EF4-FFF2-40B4-BE49-F238E27FC236}">
                <a16:creationId xmlns:a16="http://schemas.microsoft.com/office/drawing/2014/main" id="{AD4A2E3D-EAB7-4AAC-90ED-2BA5209F7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38" y="925513"/>
            <a:ext cx="25320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横轴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高端运用</a:t>
            </a:r>
          </a:p>
        </p:txBody>
      </p:sp>
      <p:sp>
        <p:nvSpPr>
          <p:cNvPr id="37891" name="文本框 2">
            <a:extLst>
              <a:ext uri="{FF2B5EF4-FFF2-40B4-BE49-F238E27FC236}">
                <a16:creationId xmlns:a16="http://schemas.microsoft.com/office/drawing/2014/main" id="{EEF533D2-CA7B-4FCF-986D-BACCE88D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38300"/>
            <a:ext cx="37766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原始类型：运动类</a:t>
            </a:r>
            <a:endParaRPr lang="en-US" altLang="zh-CN" sz="2400"/>
          </a:p>
          <a:p>
            <a:r>
              <a:rPr lang="zh-CN" altLang="en-US" sz="2400"/>
              <a:t>衍生类型：食物类  环境类</a:t>
            </a:r>
            <a:r>
              <a:rPr lang="en-US" altLang="zh-CN" sz="2400"/>
              <a:t> </a:t>
            </a:r>
          </a:p>
          <a:p>
            <a:r>
              <a:rPr lang="en-US" altLang="zh-CN" sz="2400"/>
              <a:t>       </a:t>
            </a:r>
            <a:endParaRPr lang="zh-CN" altLang="en-US" sz="2400"/>
          </a:p>
        </p:txBody>
      </p:sp>
      <p:sp>
        <p:nvSpPr>
          <p:cNvPr id="30724" name="文本框 3">
            <a:extLst>
              <a:ext uri="{FF2B5EF4-FFF2-40B4-BE49-F238E27FC236}">
                <a16:creationId xmlns:a16="http://schemas.microsoft.com/office/drawing/2014/main" id="{35B97373-503F-4A73-9A37-A27F8AC6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338917"/>
            <a:ext cx="4110567" cy="24838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P1 Tea &amp; coffee 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100" b="1" dirty="0"/>
              <a:t>增病：</a:t>
            </a:r>
            <a:r>
              <a:rPr lang="en-US" altLang="zh-CN" sz="2100" b="1" dirty="0"/>
              <a:t>rich &amp; salty </a:t>
            </a:r>
          </a:p>
          <a:p>
            <a:pPr>
              <a:lnSpc>
                <a:spcPct val="150000"/>
              </a:lnSpc>
            </a:pPr>
            <a:r>
              <a:rPr lang="zh-CN" altLang="en-US" sz="2100" b="1" dirty="0"/>
              <a:t>减病：</a:t>
            </a:r>
            <a:r>
              <a:rPr lang="en-US" altLang="zh-CN" sz="2100" b="1" dirty="0"/>
              <a:t>vitamins, fibre, minerals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392C43CF-C234-4D62-9C2D-F58B1AC1C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8016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食物类</a:t>
            </a:r>
          </a:p>
        </p:txBody>
      </p:sp>
      <p:sp>
        <p:nvSpPr>
          <p:cNvPr id="38915" name="文本框 2">
            <a:extLst>
              <a:ext uri="{FF2B5EF4-FFF2-40B4-BE49-F238E27FC236}">
                <a16:creationId xmlns:a16="http://schemas.microsoft.com/office/drawing/2014/main" id="{65739D78-B03F-4AA9-93AD-F910E1B84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38300"/>
            <a:ext cx="21605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 tea &amp; coffee</a:t>
            </a:r>
          </a:p>
          <a:p>
            <a:r>
              <a:rPr lang="en-US" altLang="zh-CN" sz="2400"/>
              <a:t>       </a:t>
            </a:r>
            <a:endParaRPr lang="zh-CN" altLang="en-US" sz="2400"/>
          </a:p>
        </p:txBody>
      </p:sp>
      <p:sp>
        <p:nvSpPr>
          <p:cNvPr id="38916" name="文本框 3">
            <a:extLst>
              <a:ext uri="{FF2B5EF4-FFF2-40B4-BE49-F238E27FC236}">
                <a16:creationId xmlns:a16="http://schemas.microsoft.com/office/drawing/2014/main" id="{FFC2A8D4-B3C4-4C4E-A228-102053427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2781300"/>
            <a:ext cx="11033125" cy="114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zh-CN" sz="2400"/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zh-CN" sz="2400"/>
              <a:t>Do you prefer to drink tea or coffee?</a:t>
            </a:r>
          </a:p>
        </p:txBody>
      </p:sp>
      <p:sp>
        <p:nvSpPr>
          <p:cNvPr id="38917" name="文本框 8">
            <a:extLst>
              <a:ext uri="{FF2B5EF4-FFF2-40B4-BE49-F238E27FC236}">
                <a16:creationId xmlns:a16="http://schemas.microsoft.com/office/drawing/2014/main" id="{AA308731-5F03-497C-8EAC-362147CBF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2781300"/>
            <a:ext cx="1119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P1 tea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C28C4ECE-CF1A-49BE-865F-A287DA3C9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8016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食物类</a:t>
            </a:r>
          </a:p>
        </p:txBody>
      </p:sp>
      <p:sp>
        <p:nvSpPr>
          <p:cNvPr id="39939" name="文本框 2">
            <a:extLst>
              <a:ext uri="{FF2B5EF4-FFF2-40B4-BE49-F238E27FC236}">
                <a16:creationId xmlns:a16="http://schemas.microsoft.com/office/drawing/2014/main" id="{05E8698A-6CDE-456E-9093-B644B42D8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38300"/>
            <a:ext cx="21605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 tea &amp; coffee</a:t>
            </a:r>
          </a:p>
          <a:p>
            <a:r>
              <a:rPr lang="en-US" altLang="zh-CN" sz="2400"/>
              <a:t>       </a:t>
            </a:r>
            <a:endParaRPr lang="zh-CN" altLang="en-US" sz="2400"/>
          </a:p>
        </p:txBody>
      </p:sp>
      <p:sp>
        <p:nvSpPr>
          <p:cNvPr id="31748" name="文本框 3">
            <a:extLst>
              <a:ext uri="{FF2B5EF4-FFF2-40B4-BE49-F238E27FC236}">
                <a16:creationId xmlns:a16="http://schemas.microsoft.com/office/drawing/2014/main" id="{A824417B-4FA1-40FF-AE39-F7A9713B7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" y="2241550"/>
            <a:ext cx="11033125" cy="325717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  <a:defRPr/>
            </a:pPr>
            <a:endParaRPr lang="en-US" altLang="zh-CN" sz="2800" dirty="0"/>
          </a:p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2800" dirty="0"/>
              <a:t>Do you prefer to drink tea or coffee?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Tea + especially herbal tea + can boost my immune system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Help reduce the risk and probability of getting diseases, such as obesity and high blood pressure + is full of vitamins, </a:t>
            </a:r>
            <a:r>
              <a:rPr lang="en-US" altLang="zh-CN" sz="2800" dirty="0" err="1"/>
              <a:t>fibre</a:t>
            </a:r>
            <a:r>
              <a:rPr lang="en-US" altLang="zh-CN" sz="2800" dirty="0"/>
              <a:t> and minerals</a:t>
            </a:r>
          </a:p>
        </p:txBody>
      </p:sp>
      <p:sp>
        <p:nvSpPr>
          <p:cNvPr id="39941" name="文本框 8">
            <a:extLst>
              <a:ext uri="{FF2B5EF4-FFF2-40B4-BE49-F238E27FC236}">
                <a16:creationId xmlns:a16="http://schemas.microsoft.com/office/drawing/2014/main" id="{1C1E3E25-3C0C-47DF-9D1D-31BE096F3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809" y="2241550"/>
            <a:ext cx="14488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P1 tea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B0B67B90-262D-47AE-A019-945E25F8C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8016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食物类</a:t>
            </a:r>
          </a:p>
        </p:txBody>
      </p:sp>
      <p:sp>
        <p:nvSpPr>
          <p:cNvPr id="40963" name="文本框 2">
            <a:extLst>
              <a:ext uri="{FF2B5EF4-FFF2-40B4-BE49-F238E27FC236}">
                <a16:creationId xmlns:a16="http://schemas.microsoft.com/office/drawing/2014/main" id="{41B30247-8F21-4F18-9163-75EEA366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38300"/>
            <a:ext cx="505785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P1  cooking                          tea &amp; coffee</a:t>
            </a:r>
          </a:p>
          <a:p>
            <a:r>
              <a:rPr lang="en-US" altLang="zh-CN" sz="2400" dirty="0"/>
              <a:t>       </a:t>
            </a:r>
            <a:endParaRPr lang="zh-CN" altLang="en-US" sz="2400" dirty="0"/>
          </a:p>
        </p:txBody>
      </p:sp>
      <p:sp>
        <p:nvSpPr>
          <p:cNvPr id="31748" name="文本框 3">
            <a:extLst>
              <a:ext uri="{FF2B5EF4-FFF2-40B4-BE49-F238E27FC236}">
                <a16:creationId xmlns:a16="http://schemas.microsoft.com/office/drawing/2014/main" id="{038F0E2C-8D67-4535-BF8D-E9DFD2D9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" y="1748524"/>
            <a:ext cx="11033125" cy="390350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Calibri Light" panose="020F0302020204030204" pitchFamily="34" charset="0"/>
              <a:buAutoNum type="arabicPeriod"/>
              <a:defRPr/>
            </a:pPr>
            <a:endParaRPr lang="en-US" altLang="zh-CN" sz="2800" dirty="0"/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2. Will you send tea to others as a gift?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Yes, like LONGJING TEA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It is a precious tea produced in Hangzhou that symbolizes prosperity, light and happiness in Chinese traditional culture. 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800" dirty="0"/>
              <a:t>Hence, I think that kind of tea can bring my friends good fortune. 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B0B67B90-262D-47AE-A019-945E25F8C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801688"/>
            <a:ext cx="126669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环境类</a:t>
            </a:r>
          </a:p>
        </p:txBody>
      </p:sp>
    </p:spTree>
    <p:extLst>
      <p:ext uri="{BB962C8B-B14F-4D97-AF65-F5344CB8AC3E}">
        <p14:creationId xmlns:p14="http://schemas.microsoft.com/office/powerpoint/2010/main" val="358566936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1">
            <a:extLst>
              <a:ext uri="{FF2B5EF4-FFF2-40B4-BE49-F238E27FC236}">
                <a16:creationId xmlns:a16="http://schemas.microsoft.com/office/drawing/2014/main" id="{FA05FA53-5B1A-4EA2-949A-5D7F99533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885825"/>
            <a:ext cx="296227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媒体娱乐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艺术类</a:t>
            </a:r>
          </a:p>
        </p:txBody>
      </p:sp>
      <p:sp>
        <p:nvSpPr>
          <p:cNvPr id="41987" name="文本框 2">
            <a:extLst>
              <a:ext uri="{FF2B5EF4-FFF2-40B4-BE49-F238E27FC236}">
                <a16:creationId xmlns:a16="http://schemas.microsoft.com/office/drawing/2014/main" id="{27E5A7DD-C0BA-43A7-B408-E1662B46A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838325"/>
            <a:ext cx="13340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P1 Music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BB9402-F9CF-4032-A6A6-73C56CB639C4}"/>
              </a:ext>
            </a:extLst>
          </p:cNvPr>
          <p:cNvSpPr txBox="1"/>
          <p:nvPr/>
        </p:nvSpPr>
        <p:spPr>
          <a:xfrm>
            <a:off x="647700" y="2495550"/>
            <a:ext cx="277941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</a:rPr>
              <a:t>核心考题</a:t>
            </a:r>
            <a:endParaRPr lang="en-US" altLang="zh-CN" sz="2400" b="1">
              <a:solidFill>
                <a:srgbClr val="FF0000"/>
              </a:solidFill>
            </a:endParaRPr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zh-CN" sz="2400"/>
              <a:t>Do you like ~~~? 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 sz="2400"/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zh-CN" sz="2400"/>
              <a:t>Do you often ~~~? 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 sz="240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1">
            <a:extLst>
              <a:ext uri="{FF2B5EF4-FFF2-40B4-BE49-F238E27FC236}">
                <a16:creationId xmlns:a16="http://schemas.microsoft.com/office/drawing/2014/main" id="{366A812D-6717-48E0-B65B-DDEC12919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885825"/>
            <a:ext cx="296227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媒体娱乐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艺术类</a:t>
            </a:r>
          </a:p>
        </p:txBody>
      </p:sp>
      <p:sp>
        <p:nvSpPr>
          <p:cNvPr id="43011" name="文本框 2">
            <a:extLst>
              <a:ext uri="{FF2B5EF4-FFF2-40B4-BE49-F238E27FC236}">
                <a16:creationId xmlns:a16="http://schemas.microsoft.com/office/drawing/2014/main" id="{3C91E004-F33A-4EB2-8EF3-6F9E105F2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847850"/>
            <a:ext cx="1128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P1 Music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E9121C-351F-452B-8F75-D9364B889DED}"/>
              </a:ext>
            </a:extLst>
          </p:cNvPr>
          <p:cNvSpPr txBox="1"/>
          <p:nvPr/>
        </p:nvSpPr>
        <p:spPr>
          <a:xfrm>
            <a:off x="459749" y="2547998"/>
            <a:ext cx="11732251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</a:rPr>
              <a:t>话题词为王</a:t>
            </a:r>
            <a:endParaRPr lang="en-US" altLang="zh-CN" b="1"/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/>
              <a:t>Music </a:t>
            </a:r>
          </a:p>
          <a:p>
            <a:r>
              <a:rPr lang="en-US" altLang="zh-CN" b="1"/>
              <a:t>Light music             classic music           melody         lyrics </a:t>
            </a:r>
            <a:r>
              <a:rPr lang="zh-CN" altLang="en-US" b="1"/>
              <a:t>歌词</a:t>
            </a:r>
            <a:r>
              <a:rPr lang="en-US" altLang="zh-CN" b="1"/>
              <a:t>         lyric </a:t>
            </a:r>
            <a:r>
              <a:rPr lang="zh-CN" altLang="en-US" b="1"/>
              <a:t>抒情的</a:t>
            </a:r>
            <a:r>
              <a:rPr lang="en-US" altLang="zh-CN" b="1"/>
              <a:t>          rhythm </a:t>
            </a:r>
            <a:r>
              <a:rPr lang="zh-CN" altLang="en-US" b="1"/>
              <a:t>节奏</a:t>
            </a:r>
            <a:r>
              <a:rPr lang="en-US" altLang="zh-CN" b="1"/>
              <a:t>       beautiful </a:t>
            </a:r>
            <a:r>
              <a:rPr lang="zh-CN" altLang="en-US" b="1"/>
              <a:t>动听的</a:t>
            </a:r>
            <a:endParaRPr lang="en-US" altLang="zh-CN" b="1"/>
          </a:p>
          <a:p>
            <a:endParaRPr lang="en-US" altLang="zh-CN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/>
              <a:t>Film</a:t>
            </a:r>
          </a:p>
          <a:p>
            <a:r>
              <a:rPr lang="en-US" altLang="zh-CN" b="1"/>
              <a:t>Comedy             romantic film               documentary               plot             story line              lines </a:t>
            </a:r>
            <a:r>
              <a:rPr lang="zh-CN" altLang="en-US" b="1"/>
              <a:t>台词             </a:t>
            </a:r>
            <a:r>
              <a:rPr lang="en-US" altLang="zh-CN" b="1"/>
              <a:t>leading role</a:t>
            </a:r>
            <a:r>
              <a:rPr lang="zh-CN" altLang="en-US" b="1"/>
              <a:t>主角</a:t>
            </a:r>
            <a:endParaRPr lang="en-US" altLang="zh-CN" b="1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8299896-C5D4-49E1-807F-EA61FEBE9EA6}"/>
              </a:ext>
            </a:extLst>
          </p:cNvPr>
          <p:cNvSpPr/>
          <p:nvPr/>
        </p:nvSpPr>
        <p:spPr>
          <a:xfrm>
            <a:off x="4486275" y="4276725"/>
            <a:ext cx="1609725" cy="400050"/>
          </a:xfrm>
          <a:prstGeom prst="rect">
            <a:avLst/>
          </a:prstGeom>
          <a:solidFill>
            <a:schemeClr val="bg1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4819" name="文本框 1">
            <a:extLst>
              <a:ext uri="{FF2B5EF4-FFF2-40B4-BE49-F238E27FC236}">
                <a16:creationId xmlns:a16="http://schemas.microsoft.com/office/drawing/2014/main" id="{C9F3E532-CFE6-4398-B543-5497CA6A6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885825"/>
            <a:ext cx="296227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媒体娱乐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艺术类</a:t>
            </a:r>
          </a:p>
        </p:txBody>
      </p:sp>
      <p:sp>
        <p:nvSpPr>
          <p:cNvPr id="44036" name="文本框 2">
            <a:extLst>
              <a:ext uri="{FF2B5EF4-FFF2-40B4-BE49-F238E27FC236}">
                <a16:creationId xmlns:a16="http://schemas.microsoft.com/office/drawing/2014/main" id="{96ACD5FC-8ED1-4DD5-86C5-AF1B12D28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817688"/>
            <a:ext cx="15279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P1 Music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6C0666-3802-429F-B426-8FB5EA238BA0}"/>
              </a:ext>
            </a:extLst>
          </p:cNvPr>
          <p:cNvSpPr txBox="1"/>
          <p:nvPr/>
        </p:nvSpPr>
        <p:spPr>
          <a:xfrm>
            <a:off x="647700" y="2495550"/>
            <a:ext cx="255313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</a:rPr>
              <a:t>核心考题</a:t>
            </a:r>
            <a:endParaRPr lang="en-US" altLang="zh-CN" sz="2400" b="1">
              <a:solidFill>
                <a:srgbClr val="FF0000"/>
              </a:solidFill>
            </a:endParaRPr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zh-CN" sz="2400"/>
              <a:t>Do you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like</a:t>
            </a:r>
            <a:r>
              <a:rPr lang="en-US" altLang="zh-CN" sz="2400"/>
              <a:t> ~~~? 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 sz="2400"/>
          </a:p>
        </p:txBody>
      </p:sp>
      <p:sp>
        <p:nvSpPr>
          <p:cNvPr id="44038" name="文本框 2">
            <a:extLst>
              <a:ext uri="{FF2B5EF4-FFF2-40B4-BE49-F238E27FC236}">
                <a16:creationId xmlns:a16="http://schemas.microsoft.com/office/drawing/2014/main" id="{C1EE4FE0-47FF-4C52-ACC6-34CA49C4E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2705100"/>
            <a:ext cx="196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Relieve my stress</a:t>
            </a:r>
            <a:endParaRPr lang="zh-CN" altLang="en-US" sz="2000"/>
          </a:p>
        </p:txBody>
      </p:sp>
      <p:sp>
        <p:nvSpPr>
          <p:cNvPr id="44039" name="文本框 3">
            <a:extLst>
              <a:ext uri="{FF2B5EF4-FFF2-40B4-BE49-F238E27FC236}">
                <a16:creationId xmlns:a16="http://schemas.microsoft.com/office/drawing/2014/main" id="{84A91CC4-172C-427A-9D1A-7F709D097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3429000"/>
            <a:ext cx="2417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From study deadlines</a:t>
            </a:r>
            <a:endParaRPr lang="zh-CN" altLang="en-US" sz="200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AB4195-131C-44FE-B85C-7263A7E5CADC}"/>
              </a:ext>
            </a:extLst>
          </p:cNvPr>
          <p:cNvCxnSpPr>
            <a:stCxn id="44038" idx="2"/>
          </p:cNvCxnSpPr>
          <p:nvPr/>
        </p:nvCxnSpPr>
        <p:spPr>
          <a:xfrm flipH="1">
            <a:off x="5581650" y="3105210"/>
            <a:ext cx="78696" cy="323790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1" name="文本框 6">
            <a:extLst>
              <a:ext uri="{FF2B5EF4-FFF2-40B4-BE49-F238E27FC236}">
                <a16:creationId xmlns:a16="http://schemas.microsoft.com/office/drawing/2014/main" id="{FF8191CB-3859-428A-9450-372D450F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4276725"/>
            <a:ext cx="11288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Why ??? </a:t>
            </a:r>
            <a:endParaRPr lang="zh-CN" altLang="en-US" sz="200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1">
            <a:extLst>
              <a:ext uri="{FF2B5EF4-FFF2-40B4-BE49-F238E27FC236}">
                <a16:creationId xmlns:a16="http://schemas.microsoft.com/office/drawing/2014/main" id="{D3C32E53-EFF8-40BE-A48F-A8C2B1A6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885825"/>
            <a:ext cx="296227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媒体娱乐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艺术类</a:t>
            </a:r>
          </a:p>
        </p:txBody>
      </p:sp>
      <p:sp>
        <p:nvSpPr>
          <p:cNvPr id="45059" name="文本框 2">
            <a:extLst>
              <a:ext uri="{FF2B5EF4-FFF2-40B4-BE49-F238E27FC236}">
                <a16:creationId xmlns:a16="http://schemas.microsoft.com/office/drawing/2014/main" id="{732D4F26-6B86-4877-A85E-14CD9375D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838325"/>
            <a:ext cx="12346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/>
              <a:t>P1 </a:t>
            </a:r>
            <a:r>
              <a:rPr lang="en-US" altLang="zh-CN" sz="2200" b="1"/>
              <a:t>Music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937095-912E-470B-84A1-36056BB221CD}"/>
              </a:ext>
            </a:extLst>
          </p:cNvPr>
          <p:cNvSpPr txBox="1"/>
          <p:nvPr/>
        </p:nvSpPr>
        <p:spPr>
          <a:xfrm>
            <a:off x="647700" y="2495550"/>
            <a:ext cx="2124075" cy="95408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</a:rPr>
              <a:t>核心考题</a:t>
            </a:r>
            <a:endParaRPr lang="en-US" altLang="zh-CN" sz="2000" b="1">
              <a:solidFill>
                <a:srgbClr val="FF0000"/>
              </a:solidFill>
            </a:endParaRPr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zh-CN"/>
              <a:t>Do you like ~~~? 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zh-CN"/>
          </a:p>
        </p:txBody>
      </p:sp>
      <p:sp>
        <p:nvSpPr>
          <p:cNvPr id="35845" name="文本框 2">
            <a:extLst>
              <a:ext uri="{FF2B5EF4-FFF2-40B4-BE49-F238E27FC236}">
                <a16:creationId xmlns:a16="http://schemas.microsoft.com/office/drawing/2014/main" id="{AFA996A7-4289-4489-B09A-4DE491D70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3352800"/>
            <a:ext cx="11031290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/>
              <a:t>Yes, I like listening to music, 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especially light music </a:t>
            </a:r>
            <a:r>
              <a:rPr lang="en-US" altLang="zh-CN" sz="2000" dirty="0"/>
              <a:t>,because it can relieve my stress from study deadlines.</a:t>
            </a: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E11322-DC4B-4BD7-87A9-3A61A52ED31A}"/>
              </a:ext>
            </a:extLst>
          </p:cNvPr>
          <p:cNvCxnSpPr>
            <a:cxnSpLocks/>
          </p:cNvCxnSpPr>
          <p:nvPr/>
        </p:nvCxnSpPr>
        <p:spPr>
          <a:xfrm>
            <a:off x="5378450" y="3714750"/>
            <a:ext cx="0" cy="457200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7" name="文本框 6">
            <a:extLst>
              <a:ext uri="{FF2B5EF4-FFF2-40B4-BE49-F238E27FC236}">
                <a16:creationId xmlns:a16="http://schemas.microsoft.com/office/drawing/2014/main" id="{E9BF0869-FCB2-4856-8161-3C56A1B11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4360863"/>
            <a:ext cx="8439150" cy="96795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 dirty="0"/>
              <a:t>I mean; when I am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listening to </a:t>
            </a:r>
            <a:r>
              <a:rPr lang="en-US" altLang="zh-CN" sz="2000" b="1" dirty="0"/>
              <a:t>it, the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gentle and beautiful melody </a:t>
            </a:r>
            <a:r>
              <a:rPr lang="en-US" altLang="zh-CN" sz="2000" b="1" dirty="0"/>
              <a:t>can take me into a fantastic world to help me forget trouble in real life</a:t>
            </a:r>
            <a:endParaRPr lang="zh-CN" altLang="en-US" sz="2000" b="1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1">
            <a:extLst>
              <a:ext uri="{FF2B5EF4-FFF2-40B4-BE49-F238E27FC236}">
                <a16:creationId xmlns:a16="http://schemas.microsoft.com/office/drawing/2014/main" id="{94B44351-6A2E-425D-AEB1-CD0D81442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904875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媒体类</a:t>
            </a:r>
          </a:p>
        </p:txBody>
      </p:sp>
      <p:sp>
        <p:nvSpPr>
          <p:cNvPr id="46083" name="文本框 2">
            <a:extLst>
              <a:ext uri="{FF2B5EF4-FFF2-40B4-BE49-F238E27FC236}">
                <a16:creationId xmlns:a16="http://schemas.microsoft.com/office/drawing/2014/main" id="{0C2150AF-5842-434D-8E47-8041B901B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838325"/>
            <a:ext cx="24929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P1 social media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1">
            <a:extLst>
              <a:ext uri="{FF2B5EF4-FFF2-40B4-BE49-F238E27FC236}">
                <a16:creationId xmlns:a16="http://schemas.microsoft.com/office/drawing/2014/main" id="{88A51EBA-F137-4B89-8101-740603460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8524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文化类</a:t>
            </a:r>
          </a:p>
        </p:txBody>
      </p:sp>
      <p:sp>
        <p:nvSpPr>
          <p:cNvPr id="47107" name="文本框 2">
            <a:extLst>
              <a:ext uri="{FF2B5EF4-FFF2-40B4-BE49-F238E27FC236}">
                <a16:creationId xmlns:a16="http://schemas.microsoft.com/office/drawing/2014/main" id="{95D5753F-5AD6-4069-9CD7-21FD811F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647825"/>
            <a:ext cx="2466975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reading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P1   Public Holiday</a:t>
            </a:r>
            <a:endParaRPr lang="zh-CN" altLang="en-US" sz="2400"/>
          </a:p>
        </p:txBody>
      </p:sp>
      <p:sp>
        <p:nvSpPr>
          <p:cNvPr id="47108" name="文本框 3">
            <a:extLst>
              <a:ext uri="{FF2B5EF4-FFF2-40B4-BE49-F238E27FC236}">
                <a16:creationId xmlns:a16="http://schemas.microsoft.com/office/drawing/2014/main" id="{274F7BC9-18A4-4088-BB53-92C3866A2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947863"/>
            <a:ext cx="51419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Do you love reading?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Do you prefer to read e-book or real book? </a:t>
            </a:r>
            <a:endParaRPr lang="zh-CN" altLang="en-US" sz="2000" b="1"/>
          </a:p>
        </p:txBody>
      </p:sp>
      <p:sp>
        <p:nvSpPr>
          <p:cNvPr id="47109" name="文本框 3">
            <a:extLst>
              <a:ext uri="{FF2B5EF4-FFF2-40B4-BE49-F238E27FC236}">
                <a16:creationId xmlns:a16="http://schemas.microsoft.com/office/drawing/2014/main" id="{A99DB0EA-EBFD-4B60-B01F-888B3D6C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4075113"/>
            <a:ext cx="6035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Are there many holidays in your country? 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What’s your favourite holiday?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 would people in your country do on holidays?</a:t>
            </a:r>
            <a:endParaRPr lang="zh-CN" altLang="en-US" sz="2000" b="1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C0C68CA-22A9-4946-AD09-B013CA853D78}"/>
              </a:ext>
            </a:extLst>
          </p:cNvPr>
          <p:cNvCxnSpPr/>
          <p:nvPr/>
        </p:nvCxnSpPr>
        <p:spPr>
          <a:xfrm>
            <a:off x="2951163" y="4503738"/>
            <a:ext cx="515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4C9041A-5D05-4659-A596-6A899DDDDC33}"/>
              </a:ext>
            </a:extLst>
          </p:cNvPr>
          <p:cNvCxnSpPr/>
          <p:nvPr/>
        </p:nvCxnSpPr>
        <p:spPr>
          <a:xfrm>
            <a:off x="2951163" y="2209800"/>
            <a:ext cx="515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1">
            <a:extLst>
              <a:ext uri="{FF2B5EF4-FFF2-40B4-BE49-F238E27FC236}">
                <a16:creationId xmlns:a16="http://schemas.microsoft.com/office/drawing/2014/main" id="{D935A0F9-54F1-4819-9DCE-749E8D676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8524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文化类</a:t>
            </a:r>
          </a:p>
        </p:txBody>
      </p:sp>
      <p:sp>
        <p:nvSpPr>
          <p:cNvPr id="48131" name="文本框 2">
            <a:extLst>
              <a:ext uri="{FF2B5EF4-FFF2-40B4-BE49-F238E27FC236}">
                <a16:creationId xmlns:a16="http://schemas.microsoft.com/office/drawing/2014/main" id="{4FBECE1B-3795-464E-A8A3-9E75E1311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647825"/>
            <a:ext cx="24669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Public Holiday</a:t>
            </a:r>
            <a:endParaRPr lang="zh-CN" altLang="en-US" sz="2400"/>
          </a:p>
        </p:txBody>
      </p:sp>
      <p:sp>
        <p:nvSpPr>
          <p:cNvPr id="48132" name="文本框 3">
            <a:extLst>
              <a:ext uri="{FF2B5EF4-FFF2-40B4-BE49-F238E27FC236}">
                <a16:creationId xmlns:a16="http://schemas.microsoft.com/office/drawing/2014/main" id="{D467C70D-A860-4375-B6DE-FD1FEE0C5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1701800"/>
            <a:ext cx="6035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Are there many holidays in your country? 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What’s your favourite holiday?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 would people in your country do on holidays?</a:t>
            </a:r>
            <a:endParaRPr lang="zh-CN" altLang="en-US" sz="2000" b="1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B434C9C-3677-4FC7-A999-84F05C0D8D68}"/>
              </a:ext>
            </a:extLst>
          </p:cNvPr>
          <p:cNvCxnSpPr/>
          <p:nvPr/>
        </p:nvCxnSpPr>
        <p:spPr>
          <a:xfrm>
            <a:off x="2951163" y="2209800"/>
            <a:ext cx="515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4" name="文本框 1">
            <a:extLst>
              <a:ext uri="{FF2B5EF4-FFF2-40B4-BE49-F238E27FC236}">
                <a16:creationId xmlns:a16="http://schemas.microsoft.com/office/drawing/2014/main" id="{24CFA638-8383-48B5-B0A7-33B4FDF8F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2819400"/>
            <a:ext cx="100933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Spring festival                                                           mid-autumn festival                                 dragon boat festival</a:t>
            </a:r>
          </a:p>
          <a:p>
            <a:endParaRPr lang="en-US" altLang="zh-CN"/>
          </a:p>
          <a:p>
            <a:r>
              <a:rPr lang="en-US" altLang="zh-CN"/>
              <a:t>Paste couplets on the door                                           mooncake                                                 rice dumpling</a:t>
            </a:r>
          </a:p>
          <a:p>
            <a:r>
              <a:rPr lang="en-US" altLang="zh-CN"/>
              <a:t>Have a reunion dinner with family</a:t>
            </a:r>
          </a:p>
          <a:p>
            <a:r>
              <a:rPr lang="en-US" altLang="zh-CN"/>
              <a:t>Play mahjong</a:t>
            </a:r>
          </a:p>
          <a:p>
            <a:r>
              <a:rPr lang="en-US" altLang="zh-CN"/>
              <a:t>Light fireworks 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1">
            <a:extLst>
              <a:ext uri="{FF2B5EF4-FFF2-40B4-BE49-F238E27FC236}">
                <a16:creationId xmlns:a16="http://schemas.microsoft.com/office/drawing/2014/main" id="{B6A1BCBD-0DF3-4E0E-8572-422C9318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8524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文化类</a:t>
            </a:r>
          </a:p>
        </p:txBody>
      </p:sp>
      <p:sp>
        <p:nvSpPr>
          <p:cNvPr id="49155" name="文本框 1">
            <a:extLst>
              <a:ext uri="{FF2B5EF4-FFF2-40B4-BE49-F238E27FC236}">
                <a16:creationId xmlns:a16="http://schemas.microsoft.com/office/drawing/2014/main" id="{D2131AA2-588F-448E-9CEC-1C20FCB29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124075"/>
            <a:ext cx="9774238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2400" b="1" dirty="0"/>
              <a:t>P1 language </a:t>
            </a:r>
          </a:p>
          <a:p>
            <a:pPr algn="dist"/>
            <a:r>
              <a:rPr lang="en-US" altLang="zh-CN" dirty="0"/>
              <a:t>Native language n.</a:t>
            </a:r>
            <a:r>
              <a:rPr lang="zh-CN" altLang="zh-CN" dirty="0"/>
              <a:t>母语 </a:t>
            </a:r>
            <a:r>
              <a:rPr lang="en-US" altLang="zh-CN" dirty="0"/>
              <a:t>         dialect n.</a:t>
            </a:r>
            <a:r>
              <a:rPr lang="zh-CN" altLang="zh-CN" dirty="0"/>
              <a:t>方言</a:t>
            </a:r>
            <a:r>
              <a:rPr lang="en-US" altLang="zh-CN" dirty="0"/>
              <a:t>[</a:t>
            </a:r>
            <a:r>
              <a:rPr lang="zh-CN" altLang="zh-CN" dirty="0"/>
              <a:t>ˈ</a:t>
            </a:r>
            <a:r>
              <a:rPr lang="en-US" altLang="zh-CN" dirty="0"/>
              <a:t>da</a:t>
            </a:r>
            <a:r>
              <a:rPr lang="zh-CN" altLang="zh-CN" dirty="0"/>
              <a:t>ɪə</a:t>
            </a:r>
            <a:r>
              <a:rPr lang="en-US" altLang="zh-CN" dirty="0" err="1"/>
              <a:t>lekt</a:t>
            </a:r>
            <a:r>
              <a:rPr lang="en-US" altLang="zh-CN" dirty="0"/>
              <a:t>]</a:t>
            </a:r>
            <a:endParaRPr lang="zh-CN" altLang="zh-CN" dirty="0"/>
          </a:p>
          <a:p>
            <a:pPr algn="dist"/>
            <a:endParaRPr lang="en-US" altLang="zh-CN" dirty="0"/>
          </a:p>
          <a:p>
            <a:pPr lvl="1" algn="dist">
              <a:lnSpc>
                <a:spcPct val="150000"/>
              </a:lnSpc>
            </a:pPr>
            <a:r>
              <a:rPr lang="en-US" altLang="zh-CN" sz="2000" dirty="0"/>
              <a:t>1. What language do you speak?</a:t>
            </a:r>
            <a:endParaRPr lang="zh-CN" altLang="zh-CN" sz="2000" dirty="0"/>
          </a:p>
          <a:p>
            <a:pPr lvl="1" algn="dist">
              <a:lnSpc>
                <a:spcPct val="150000"/>
              </a:lnSpc>
            </a:pPr>
            <a:r>
              <a:rPr lang="en-US" altLang="zh-CN" sz="2000" dirty="0"/>
              <a:t>My native language is Chinese, but I also speak ~ dialect, because that’s my hometown. </a:t>
            </a:r>
            <a:endParaRPr lang="zh-CN" altLang="zh-CN" sz="20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1">
            <a:extLst>
              <a:ext uri="{FF2B5EF4-FFF2-40B4-BE49-F238E27FC236}">
                <a16:creationId xmlns:a16="http://schemas.microsoft.com/office/drawing/2014/main" id="{CDDE024D-F3A0-418D-B231-6FAAFAB9A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8" y="852488"/>
            <a:ext cx="1266825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文化类</a:t>
            </a:r>
          </a:p>
        </p:txBody>
      </p:sp>
      <p:sp>
        <p:nvSpPr>
          <p:cNvPr id="50179" name="文本框 1">
            <a:extLst>
              <a:ext uri="{FF2B5EF4-FFF2-40B4-BE49-F238E27FC236}">
                <a16:creationId xmlns:a16="http://schemas.microsoft.com/office/drawing/2014/main" id="{1D3A7735-1D5C-4A24-BF73-0B98F12BB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124075"/>
            <a:ext cx="107410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P1 language </a:t>
            </a:r>
          </a:p>
          <a:p>
            <a:r>
              <a:rPr lang="en-US" altLang="zh-CN" dirty="0"/>
              <a:t>Native language n.</a:t>
            </a:r>
            <a:r>
              <a:rPr lang="zh-CN" altLang="zh-CN" dirty="0"/>
              <a:t>母语 </a:t>
            </a:r>
            <a:r>
              <a:rPr lang="en-US" altLang="zh-CN" dirty="0"/>
              <a:t>         dialect n.</a:t>
            </a:r>
            <a:r>
              <a:rPr lang="zh-CN" altLang="zh-CN" dirty="0"/>
              <a:t>方言</a:t>
            </a:r>
            <a:r>
              <a:rPr lang="en-US" altLang="zh-CN" dirty="0"/>
              <a:t>[</a:t>
            </a:r>
            <a:r>
              <a:rPr lang="zh-CN" altLang="zh-CN" dirty="0"/>
              <a:t>ˈ</a:t>
            </a:r>
            <a:r>
              <a:rPr lang="en-US" altLang="zh-CN" dirty="0"/>
              <a:t>da</a:t>
            </a:r>
            <a:r>
              <a:rPr lang="zh-CN" altLang="zh-CN" dirty="0"/>
              <a:t>ɪə</a:t>
            </a:r>
            <a:r>
              <a:rPr lang="en-US" altLang="zh-CN" dirty="0" err="1"/>
              <a:t>lekt</a:t>
            </a:r>
            <a:r>
              <a:rPr lang="en-US" altLang="zh-CN" dirty="0"/>
              <a:t>]</a:t>
            </a:r>
            <a:endParaRPr lang="zh-CN" altLang="zh-CN" dirty="0"/>
          </a:p>
          <a:p>
            <a:endParaRPr lang="en-US" altLang="zh-CN" dirty="0"/>
          </a:p>
          <a:p>
            <a:r>
              <a:rPr lang="en-US" altLang="zh-CN" sz="2000" dirty="0"/>
              <a:t>2. Do you think it is difficult to learn a new language?</a:t>
            </a:r>
            <a:endParaRPr lang="zh-CN" altLang="zh-CN" sz="2000" dirty="0"/>
          </a:p>
          <a:p>
            <a:pPr algn="just"/>
            <a:r>
              <a:rPr lang="en-US" altLang="zh-CN" sz="2000" dirty="0"/>
              <a:t>Yes.</a:t>
            </a:r>
            <a:endParaRPr lang="zh-CN" altLang="zh-CN" sz="2000" dirty="0"/>
          </a:p>
          <a:p>
            <a:pPr algn="just"/>
            <a:r>
              <a:rPr lang="en-US" altLang="zh-CN" sz="2000" dirty="0"/>
              <a:t>The </a:t>
            </a:r>
            <a:r>
              <a:rPr lang="en-US" altLang="zh-CN" sz="2000" u="sng" dirty="0"/>
              <a:t>grammatical structure and pronunciation habits </a:t>
            </a:r>
            <a:r>
              <a:rPr lang="en-US" altLang="zh-CN" sz="2000" dirty="0"/>
              <a:t>of a new language are different from Chinese, so you may forget the right way to organize a full sentence. </a:t>
            </a:r>
            <a:endParaRPr lang="zh-CN" altLang="zh-CN" sz="2000" dirty="0"/>
          </a:p>
          <a:p>
            <a:pPr algn="just"/>
            <a:r>
              <a:rPr lang="en-US" altLang="zh-CN" sz="2000" dirty="0"/>
              <a:t>What’s more, the position and shape of the tongue can vary from language to language, which takes times to get used to.</a:t>
            </a:r>
            <a:endParaRPr lang="zh-CN" altLang="zh-CN" sz="20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框 1">
            <a:extLst>
              <a:ext uri="{FF2B5EF4-FFF2-40B4-BE49-F238E27FC236}">
                <a16:creationId xmlns:a16="http://schemas.microsoft.com/office/drawing/2014/main" id="{07F84FEC-9158-495E-9080-34A285F7B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人物动物类</a:t>
            </a: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B5C06781-8479-492C-87FF-C081A2E06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925108"/>
            <a:ext cx="6753225" cy="397031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  <a:defRPr/>
            </a:pPr>
            <a:r>
              <a:rPr lang="en-US" altLang="zh-CN" sz="2800" b="1" dirty="0"/>
              <a:t>Do you often visit your relatives? </a:t>
            </a:r>
          </a:p>
          <a:p>
            <a:pPr>
              <a:buFontTx/>
              <a:buAutoNum type="arabicPeriod"/>
              <a:defRPr/>
            </a:pPr>
            <a:endParaRPr lang="en-US" altLang="zh-CN" sz="2800" b="1" dirty="0"/>
          </a:p>
          <a:p>
            <a:pPr>
              <a:buFontTx/>
              <a:buAutoNum type="arabicPeriod"/>
              <a:defRPr/>
            </a:pPr>
            <a:r>
              <a:rPr lang="en-US" altLang="zh-CN" sz="2800" b="1" dirty="0"/>
              <a:t>What would you like to do with your relatives?</a:t>
            </a:r>
          </a:p>
          <a:p>
            <a:pPr marL="0" indent="0">
              <a:defRPr/>
            </a:pPr>
            <a:r>
              <a:rPr lang="en-US" altLang="zh-CN" sz="2800" b="1" dirty="0">
                <a:solidFill>
                  <a:srgbClr val="FF0000"/>
                </a:solidFill>
              </a:rPr>
              <a:t>It depends. </a:t>
            </a:r>
          </a:p>
          <a:p>
            <a:pPr marL="0" indent="0">
              <a:defRPr/>
            </a:pPr>
            <a:r>
              <a:rPr lang="en-US" altLang="zh-CN" sz="2800" b="1" dirty="0"/>
              <a:t>When we have long holidays + trip + </a:t>
            </a:r>
            <a:r>
              <a:rPr lang="zh-CN" altLang="en-US" sz="2800" b="1" dirty="0"/>
              <a:t>风</a:t>
            </a:r>
            <a:endParaRPr lang="en-US" altLang="zh-CN" sz="2800" b="1" dirty="0"/>
          </a:p>
          <a:p>
            <a:pPr marL="0" indent="0">
              <a:defRPr/>
            </a:pPr>
            <a:r>
              <a:rPr lang="en-US" altLang="zh-CN" sz="2800" b="1" dirty="0"/>
              <a:t>However</a:t>
            </a:r>
            <a:r>
              <a:rPr lang="zh-CN" altLang="en-US" sz="2800" b="1" dirty="0"/>
              <a:t>，</a:t>
            </a:r>
            <a:endParaRPr lang="en-US" altLang="zh-CN" sz="2800" b="1" dirty="0"/>
          </a:p>
          <a:p>
            <a:pPr marL="0" indent="0">
              <a:defRPr/>
            </a:pPr>
            <a:r>
              <a:rPr lang="en-US" altLang="zh-CN" sz="2800" b="1" dirty="0"/>
              <a:t>When it comes to a short one + stay at home to do some leisure activities</a:t>
            </a:r>
            <a:endParaRPr lang="zh-CN" altLang="en-US" sz="2800" b="1" dirty="0"/>
          </a:p>
        </p:txBody>
      </p:sp>
      <p:sp>
        <p:nvSpPr>
          <p:cNvPr id="51204" name="文本框 2">
            <a:extLst>
              <a:ext uri="{FF2B5EF4-FFF2-40B4-BE49-F238E27FC236}">
                <a16:creationId xmlns:a16="http://schemas.microsoft.com/office/drawing/2014/main" id="{DC66E0ED-7841-4739-9255-943A95BF3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1781175"/>
            <a:ext cx="24923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relative &amp; visit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CCD3DDC-ACDA-4642-9447-B1FACE83F620}"/>
              </a:ext>
            </a:extLst>
          </p:cNvPr>
          <p:cNvCxnSpPr>
            <a:cxnSpLocks/>
          </p:cNvCxnSpPr>
          <p:nvPr/>
        </p:nvCxnSpPr>
        <p:spPr>
          <a:xfrm>
            <a:off x="3514725" y="2381250"/>
            <a:ext cx="638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507427-63EA-4117-B1FC-D7193E56FD36}"/>
              </a:ext>
            </a:extLst>
          </p:cNvPr>
          <p:cNvCxnSpPr>
            <a:cxnSpLocks/>
          </p:cNvCxnSpPr>
          <p:nvPr/>
        </p:nvCxnSpPr>
        <p:spPr>
          <a:xfrm>
            <a:off x="3524250" y="2655888"/>
            <a:ext cx="619125" cy="6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95C7A67-8C69-8F41-A515-530DCE84E703}"/>
              </a:ext>
            </a:extLst>
          </p:cNvPr>
          <p:cNvSpPr txBox="1"/>
          <p:nvPr/>
        </p:nvSpPr>
        <p:spPr>
          <a:xfrm>
            <a:off x="778933" y="119645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/>
              <a:t>friend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1">
            <a:extLst>
              <a:ext uri="{FF2B5EF4-FFF2-40B4-BE49-F238E27FC236}">
                <a16:creationId xmlns:a16="http://schemas.microsoft.com/office/drawing/2014/main" id="{F53DF389-5F6E-4F21-AD1A-A9069AA72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人物动物类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EF13BBB-C867-44E6-9362-958ADC678D7A}"/>
              </a:ext>
            </a:extLst>
          </p:cNvPr>
          <p:cNvCxnSpPr>
            <a:cxnSpLocks/>
          </p:cNvCxnSpPr>
          <p:nvPr/>
        </p:nvCxnSpPr>
        <p:spPr>
          <a:xfrm>
            <a:off x="3514725" y="2381250"/>
            <a:ext cx="638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64A9873-347E-4638-B436-BC4DC29AC6ED}"/>
              </a:ext>
            </a:extLst>
          </p:cNvPr>
          <p:cNvCxnSpPr>
            <a:cxnSpLocks/>
          </p:cNvCxnSpPr>
          <p:nvPr/>
        </p:nvCxnSpPr>
        <p:spPr>
          <a:xfrm>
            <a:off x="3524250" y="2655888"/>
            <a:ext cx="619125" cy="6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9" name="文本框 2">
            <a:extLst>
              <a:ext uri="{FF2B5EF4-FFF2-40B4-BE49-F238E27FC236}">
                <a16:creationId xmlns:a16="http://schemas.microsoft.com/office/drawing/2014/main" id="{F4EAC765-7966-4B49-8661-66219458C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1781175"/>
            <a:ext cx="226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wild animals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52230" name="文本框 3">
            <a:extLst>
              <a:ext uri="{FF2B5EF4-FFF2-40B4-BE49-F238E27FC236}">
                <a16:creationId xmlns:a16="http://schemas.microsoft.com/office/drawing/2014/main" id="{91840C17-D27B-46B5-B705-D7783795D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2105025"/>
            <a:ext cx="67532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Have you ever seen wild animals before 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What’s your favourite animal?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Do</a:t>
            </a:r>
            <a:r>
              <a:rPr lang="zh-CN" altLang="en-US" sz="2000" b="1"/>
              <a:t> </a:t>
            </a:r>
            <a:r>
              <a:rPr lang="en-US" altLang="zh-CN" sz="2000" b="1"/>
              <a:t>you</a:t>
            </a:r>
            <a:r>
              <a:rPr lang="zh-CN" altLang="en-US" sz="2000" b="1"/>
              <a:t> </a:t>
            </a:r>
            <a:r>
              <a:rPr lang="en-US" altLang="zh-CN" sz="2000" b="1"/>
              <a:t>like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go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the</a:t>
            </a:r>
            <a:r>
              <a:rPr lang="zh-CN" altLang="en-US" sz="2000" b="1"/>
              <a:t> </a:t>
            </a:r>
            <a:r>
              <a:rPr lang="en-US" altLang="zh-CN" sz="2000" b="1"/>
              <a:t>zoos?</a:t>
            </a:r>
          </a:p>
        </p:txBody>
      </p:sp>
      <p:sp>
        <p:nvSpPr>
          <p:cNvPr id="52231" name="文本框 1">
            <a:extLst>
              <a:ext uri="{FF2B5EF4-FFF2-40B4-BE49-F238E27FC236}">
                <a16:creationId xmlns:a16="http://schemas.microsoft.com/office/drawing/2014/main" id="{D8676289-C95B-4556-B747-C070EEBF7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162300"/>
            <a:ext cx="600606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Have you ever ~~ / when was the last time ~~~</a:t>
            </a:r>
          </a:p>
          <a:p>
            <a:r>
              <a:rPr lang="zh-CN" altLang="en-US" sz="2400"/>
              <a:t>事件类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时间</a:t>
            </a:r>
            <a:r>
              <a:rPr lang="en-US" altLang="zh-CN" sz="2400"/>
              <a:t>&amp;</a:t>
            </a:r>
            <a:r>
              <a:rPr lang="zh-CN" altLang="en-US" sz="2400"/>
              <a:t>地点</a:t>
            </a:r>
            <a:r>
              <a:rPr lang="en-US" altLang="zh-CN" sz="2400"/>
              <a:t>&amp;</a:t>
            </a:r>
            <a:r>
              <a:rPr lang="zh-CN" altLang="en-US" sz="2400"/>
              <a:t>人物 </a:t>
            </a:r>
            <a:r>
              <a:rPr lang="en-US" altLang="zh-CN" sz="2400"/>
              <a:t>+ what + feelings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文本框 1">
            <a:extLst>
              <a:ext uri="{FF2B5EF4-FFF2-40B4-BE49-F238E27FC236}">
                <a16:creationId xmlns:a16="http://schemas.microsoft.com/office/drawing/2014/main" id="{21BF7BE3-BBF4-4BBB-B5A9-1CF46882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人物动物类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33DEE19-22C7-4145-A65A-6E38ECB3E9CB}"/>
              </a:ext>
            </a:extLst>
          </p:cNvPr>
          <p:cNvCxnSpPr>
            <a:cxnSpLocks/>
          </p:cNvCxnSpPr>
          <p:nvPr/>
        </p:nvCxnSpPr>
        <p:spPr>
          <a:xfrm>
            <a:off x="3514725" y="2381250"/>
            <a:ext cx="638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9DC4F01-0591-4306-B979-D8921FA72A31}"/>
              </a:ext>
            </a:extLst>
          </p:cNvPr>
          <p:cNvCxnSpPr>
            <a:cxnSpLocks/>
          </p:cNvCxnSpPr>
          <p:nvPr/>
        </p:nvCxnSpPr>
        <p:spPr>
          <a:xfrm>
            <a:off x="3524250" y="2655888"/>
            <a:ext cx="619125" cy="6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3" name="文本框 2">
            <a:extLst>
              <a:ext uri="{FF2B5EF4-FFF2-40B4-BE49-F238E27FC236}">
                <a16:creationId xmlns:a16="http://schemas.microsoft.com/office/drawing/2014/main" id="{A03D2AEB-ADD5-416A-80AA-76DC294D4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1781175"/>
            <a:ext cx="226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wild animals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53254" name="文本框 3">
            <a:extLst>
              <a:ext uri="{FF2B5EF4-FFF2-40B4-BE49-F238E27FC236}">
                <a16:creationId xmlns:a16="http://schemas.microsoft.com/office/drawing/2014/main" id="{211F066F-7601-41E6-9E0C-EFB03640F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2105025"/>
            <a:ext cx="67532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Have you ever seen wild animals before 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What’s your favourite animal?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Do</a:t>
            </a:r>
            <a:r>
              <a:rPr lang="zh-CN" altLang="en-US" sz="2000" b="1"/>
              <a:t> </a:t>
            </a:r>
            <a:r>
              <a:rPr lang="en-US" altLang="zh-CN" sz="2000" b="1"/>
              <a:t>you</a:t>
            </a:r>
            <a:r>
              <a:rPr lang="zh-CN" altLang="en-US" sz="2000" b="1"/>
              <a:t> </a:t>
            </a:r>
            <a:r>
              <a:rPr lang="en-US" altLang="zh-CN" sz="2000" b="1"/>
              <a:t>like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go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the</a:t>
            </a:r>
            <a:r>
              <a:rPr lang="zh-CN" altLang="en-US" sz="2000" b="1"/>
              <a:t> </a:t>
            </a:r>
            <a:r>
              <a:rPr lang="en-US" altLang="zh-CN" sz="2000" b="1"/>
              <a:t>zoos?</a:t>
            </a:r>
          </a:p>
        </p:txBody>
      </p:sp>
      <p:sp>
        <p:nvSpPr>
          <p:cNvPr id="53255" name="文本框 1">
            <a:extLst>
              <a:ext uri="{FF2B5EF4-FFF2-40B4-BE49-F238E27FC236}">
                <a16:creationId xmlns:a16="http://schemas.microsoft.com/office/drawing/2014/main" id="{F8642DD8-2E79-424C-BB7A-576CC8D02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588" y="3197225"/>
            <a:ext cx="91408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</a:rPr>
              <a:t>实际物品</a:t>
            </a:r>
            <a:r>
              <a:rPr lang="en-US" altLang="zh-CN" sz="2000" b="1">
                <a:solidFill>
                  <a:srgbClr val="FF0000"/>
                </a:solidFill>
              </a:rPr>
              <a:t>/</a:t>
            </a:r>
            <a:r>
              <a:rPr lang="zh-CN" altLang="en-US" sz="2000" b="1">
                <a:solidFill>
                  <a:srgbClr val="FF0000"/>
                </a:solidFill>
              </a:rPr>
              <a:t>事物 类</a:t>
            </a:r>
            <a:endParaRPr lang="en-US" altLang="zh-CN" sz="2000" b="1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en-US" altLang="zh-CN" sz="2400" b="1"/>
              <a:t>It contains the meaning of prosperity and longevity in Chinese culture.</a:t>
            </a:r>
          </a:p>
          <a:p>
            <a:r>
              <a:rPr lang="en-US" altLang="zh-CN" sz="2400" b="1"/>
              <a:t>Hence, I think it can bring me good fortune. 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e.g.  Perfume      make up </a:t>
            </a:r>
          </a:p>
          <a:p>
            <a:r>
              <a:rPr lang="en-US" altLang="zh-CN"/>
              <a:t>Will you send ~ to others as a gift?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">
            <a:extLst>
              <a:ext uri="{FF2B5EF4-FFF2-40B4-BE49-F238E27FC236}">
                <a16:creationId xmlns:a16="http://schemas.microsoft.com/office/drawing/2014/main" id="{654821EB-EFBE-4207-81D7-641D810B4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人物动物类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3E50B49-C464-4B3F-8154-617CE6A8194A}"/>
              </a:ext>
            </a:extLst>
          </p:cNvPr>
          <p:cNvCxnSpPr>
            <a:cxnSpLocks/>
          </p:cNvCxnSpPr>
          <p:nvPr/>
        </p:nvCxnSpPr>
        <p:spPr>
          <a:xfrm>
            <a:off x="3514725" y="2381250"/>
            <a:ext cx="638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BAC6D9-1B76-43D0-A7BE-3DE189AB4A79}"/>
              </a:ext>
            </a:extLst>
          </p:cNvPr>
          <p:cNvCxnSpPr>
            <a:cxnSpLocks/>
          </p:cNvCxnSpPr>
          <p:nvPr/>
        </p:nvCxnSpPr>
        <p:spPr>
          <a:xfrm>
            <a:off x="3524250" y="2655888"/>
            <a:ext cx="619125" cy="6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" name="文本框 2">
            <a:extLst>
              <a:ext uri="{FF2B5EF4-FFF2-40B4-BE49-F238E27FC236}">
                <a16:creationId xmlns:a16="http://schemas.microsoft.com/office/drawing/2014/main" id="{BFD84EF9-BDCF-47C5-B9D2-BA39F442D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1781175"/>
            <a:ext cx="226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/>
          </a:p>
          <a:p>
            <a:r>
              <a:rPr lang="en-US" altLang="zh-CN" sz="2400"/>
              <a:t>P1   wild animals</a:t>
            </a:r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54278" name="文本框 3">
            <a:extLst>
              <a:ext uri="{FF2B5EF4-FFF2-40B4-BE49-F238E27FC236}">
                <a16:creationId xmlns:a16="http://schemas.microsoft.com/office/drawing/2014/main" id="{5700168D-97CE-4057-B28E-4E41C8B23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2105025"/>
            <a:ext cx="67532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sz="2000" b="1"/>
              <a:t>Have you ever seen wild animals before 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What’s your favourite animal?</a:t>
            </a:r>
          </a:p>
          <a:p>
            <a:pPr>
              <a:buFontTx/>
              <a:buAutoNum type="arabicPeriod"/>
            </a:pPr>
            <a:r>
              <a:rPr lang="en-US" altLang="zh-CN" sz="2000" b="1"/>
              <a:t>Do</a:t>
            </a:r>
            <a:r>
              <a:rPr lang="zh-CN" altLang="en-US" sz="2000" b="1"/>
              <a:t> </a:t>
            </a:r>
            <a:r>
              <a:rPr lang="en-US" altLang="zh-CN" sz="2000" b="1"/>
              <a:t>you</a:t>
            </a:r>
            <a:r>
              <a:rPr lang="zh-CN" altLang="en-US" sz="2000" b="1"/>
              <a:t> </a:t>
            </a:r>
            <a:r>
              <a:rPr lang="en-US" altLang="zh-CN" sz="2000" b="1"/>
              <a:t>like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go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the</a:t>
            </a:r>
            <a:r>
              <a:rPr lang="zh-CN" altLang="en-US" sz="2000" b="1"/>
              <a:t> </a:t>
            </a:r>
            <a:r>
              <a:rPr lang="en-US" altLang="zh-CN" sz="2000" b="1"/>
              <a:t>zoos?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E6E273-D5A2-40E8-8DF3-02CA52A1A391}"/>
              </a:ext>
            </a:extLst>
          </p:cNvPr>
          <p:cNvSpPr txBox="1"/>
          <p:nvPr/>
        </p:nvSpPr>
        <p:spPr>
          <a:xfrm>
            <a:off x="1250950" y="4140200"/>
            <a:ext cx="866891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800" dirty="0"/>
              <a:t>Learn about the living habits of different animals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2800" dirty="0"/>
              <a:t>give off some bad smells which come from animal waste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文本框 1">
            <a:extLst>
              <a:ext uri="{FF2B5EF4-FFF2-40B4-BE49-F238E27FC236}">
                <a16:creationId xmlns:a16="http://schemas.microsoft.com/office/drawing/2014/main" id="{675B9EE2-7089-4E84-A05C-478CF0F1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抽象类</a:t>
            </a:r>
          </a:p>
        </p:txBody>
      </p:sp>
      <p:sp>
        <p:nvSpPr>
          <p:cNvPr id="55299" name="文本框 2">
            <a:extLst>
              <a:ext uri="{FF2B5EF4-FFF2-40B4-BE49-F238E27FC236}">
                <a16:creationId xmlns:a16="http://schemas.microsoft.com/office/drawing/2014/main" id="{94D38820-7BA8-4B44-AD82-5D6859030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28800"/>
            <a:ext cx="4530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patience         p1 concentration  </a:t>
            </a:r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14" name="文本框 3">
            <a:extLst>
              <a:ext uri="{FF2B5EF4-FFF2-40B4-BE49-F238E27FC236}">
                <a16:creationId xmlns:a16="http://schemas.microsoft.com/office/drawing/2014/main" id="{99DD4A08-10A1-433E-958E-66E60DAA7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44813"/>
            <a:ext cx="7846763" cy="32571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/>
              <a:t>Do you think patience/concentration is important?</a:t>
            </a:r>
          </a:p>
          <a:p>
            <a:pPr>
              <a:lnSpc>
                <a:spcPct val="150000"/>
              </a:lnSpc>
              <a:buFontTx/>
              <a:buAutoNum type="arabicPeriod"/>
            </a:pPr>
            <a:endParaRPr lang="en-US" altLang="zh-CN" sz="2800"/>
          </a:p>
          <a:p>
            <a:pPr>
              <a:lnSpc>
                <a:spcPct val="150000"/>
              </a:lnSpc>
            </a:pPr>
            <a:r>
              <a:rPr lang="zh-CN" altLang="en-US" sz="2800"/>
              <a:t>化抽象为具体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zh-CN" altLang="en-US" sz="2800"/>
              <a:t>反证法</a:t>
            </a:r>
            <a:endParaRPr lang="en-US" altLang="zh-CN" sz="2800"/>
          </a:p>
          <a:p>
            <a:pPr>
              <a:lnSpc>
                <a:spcPct val="150000"/>
              </a:lnSpc>
            </a:pPr>
            <a:endParaRPr lang="en-US" altLang="zh-CN" sz="280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文本框 1">
            <a:extLst>
              <a:ext uri="{FF2B5EF4-FFF2-40B4-BE49-F238E27FC236}">
                <a16:creationId xmlns:a16="http://schemas.microsoft.com/office/drawing/2014/main" id="{A32B5C63-31EA-482E-846B-0E3529B95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抽象类</a:t>
            </a:r>
          </a:p>
        </p:txBody>
      </p:sp>
      <p:sp>
        <p:nvSpPr>
          <p:cNvPr id="56323" name="文本框 2">
            <a:extLst>
              <a:ext uri="{FF2B5EF4-FFF2-40B4-BE49-F238E27FC236}">
                <a16:creationId xmlns:a16="http://schemas.microsoft.com/office/drawing/2014/main" id="{7BD2BE8A-500C-4B68-85AF-7C7B6770E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28800"/>
            <a:ext cx="4530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patience         p1 concentration  </a:t>
            </a:r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F275B5-C5F6-4384-8BFB-981D52E4A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44813"/>
            <a:ext cx="11239500" cy="22510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Do you think patience/concentration is important?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400" dirty="0"/>
              <a:t>if a teacher loses patience, the students might be criticized unreasonably;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400" dirty="0"/>
              <a:t>Moreover,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400" dirty="0"/>
              <a:t>If a doctor loses patience, the operation may fail. 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框 1">
            <a:extLst>
              <a:ext uri="{FF2B5EF4-FFF2-40B4-BE49-F238E27FC236}">
                <a16:creationId xmlns:a16="http://schemas.microsoft.com/office/drawing/2014/main" id="{A63FAAE1-B38A-4D9A-804C-C489A743A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85725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特殊类</a:t>
            </a:r>
          </a:p>
        </p:txBody>
      </p:sp>
      <p:sp>
        <p:nvSpPr>
          <p:cNvPr id="57347" name="文本框 2">
            <a:extLst>
              <a:ext uri="{FF2B5EF4-FFF2-40B4-BE49-F238E27FC236}">
                <a16:creationId xmlns:a16="http://schemas.microsoft.com/office/drawing/2014/main" id="{A07B2B71-7CE5-419C-87FF-D5BBF841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828800"/>
            <a:ext cx="62007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P1 math </a:t>
            </a:r>
          </a:p>
          <a:p>
            <a:r>
              <a:rPr lang="en-US" altLang="zh-CN"/>
              <a:t>Calculate  v. </a:t>
            </a:r>
            <a:r>
              <a:rPr lang="zh-CN" altLang="zh-CN"/>
              <a:t>计算 </a:t>
            </a:r>
            <a:r>
              <a:rPr lang="en-US" altLang="zh-CN"/>
              <a:t>                    formula  n. </a:t>
            </a:r>
            <a:r>
              <a:rPr lang="zh-CN" altLang="zh-CN"/>
              <a:t>公式</a:t>
            </a:r>
          </a:p>
          <a:p>
            <a:r>
              <a:rPr lang="en-US" altLang="zh-CN"/>
              <a:t>Function  n. </a:t>
            </a:r>
            <a:r>
              <a:rPr lang="zh-CN" altLang="zh-CN"/>
              <a:t>函数 </a:t>
            </a:r>
            <a:r>
              <a:rPr lang="en-US" altLang="zh-CN"/>
              <a:t>                    addition and subtraction </a:t>
            </a:r>
            <a:r>
              <a:rPr lang="zh-CN" altLang="zh-CN"/>
              <a:t>加减法</a:t>
            </a:r>
            <a:r>
              <a:rPr lang="en-US" altLang="zh-CN"/>
              <a:t> n.</a:t>
            </a:r>
            <a:endParaRPr lang="zh-CN" altLang="zh-CN"/>
          </a:p>
          <a:p>
            <a:r>
              <a:rPr lang="en-US" altLang="zh-CN"/>
              <a:t>Derivative n. </a:t>
            </a:r>
            <a:r>
              <a:rPr lang="zh-CN" altLang="zh-CN"/>
              <a:t>倒数</a:t>
            </a:r>
            <a:r>
              <a:rPr lang="en-US" altLang="zh-CN"/>
              <a:t>[dɪˈrɪvətɪv]       basic operation  </a:t>
            </a:r>
            <a:r>
              <a:rPr lang="zh-CN" altLang="en-US"/>
              <a:t>基本运算</a:t>
            </a:r>
            <a:endParaRPr lang="zh-CN" altLang="zh-CN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AD856B-A7D4-42A4-95D4-091384BE9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3429000"/>
            <a:ext cx="4765215" cy="22510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2400" dirty="0"/>
              <a:t>Do you like math?</a:t>
            </a:r>
          </a:p>
          <a:p>
            <a:pPr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zh-CN" sz="2400" dirty="0"/>
              <a:t>I’ m not sensitive to numbers</a:t>
            </a:r>
          </a:p>
          <a:p>
            <a:pPr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zh-CN" sz="2400" dirty="0"/>
              <a:t>Formulas are hard to grasp 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en-US" altLang="zh-CN" sz="2400" dirty="0"/>
              <a:t>2.   When you started to learn math?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文本框 1">
            <a:extLst>
              <a:ext uri="{FF2B5EF4-FFF2-40B4-BE49-F238E27FC236}">
                <a16:creationId xmlns:a16="http://schemas.microsoft.com/office/drawing/2014/main" id="{86E64D0D-CAC7-4191-A1A3-5FCAA1F88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1019175"/>
            <a:ext cx="857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P1 </a:t>
            </a:r>
            <a:endParaRPr lang="zh-CN" altLang="en-US" sz="3600"/>
          </a:p>
        </p:txBody>
      </p:sp>
      <p:sp>
        <p:nvSpPr>
          <p:cNvPr id="58371" name="文本框 2">
            <a:extLst>
              <a:ext uri="{FF2B5EF4-FFF2-40B4-BE49-F238E27FC236}">
                <a16:creationId xmlns:a16="http://schemas.microsoft.com/office/drawing/2014/main" id="{04CE2529-6458-4D5B-B6AF-14AAB5E7B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275" y="1019175"/>
            <a:ext cx="76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P3 </a:t>
            </a:r>
            <a:endParaRPr lang="zh-CN" altLang="en-US" sz="3600"/>
          </a:p>
        </p:txBody>
      </p:sp>
      <p:sp>
        <p:nvSpPr>
          <p:cNvPr id="58372" name="文本框 3">
            <a:extLst>
              <a:ext uri="{FF2B5EF4-FFF2-40B4-BE49-F238E27FC236}">
                <a16:creationId xmlns:a16="http://schemas.microsoft.com/office/drawing/2014/main" id="{1CD3A887-7C04-43BB-8177-4169C8CBA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79" y="1876425"/>
            <a:ext cx="258756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/>
              <a:t>观点随意，只要切题</a:t>
            </a:r>
            <a:endParaRPr lang="en-US" altLang="zh-CN" sz="2000" b="1"/>
          </a:p>
          <a:p>
            <a:pPr algn="ctr"/>
            <a:endParaRPr lang="en-US" altLang="zh-CN" sz="2000" b="1"/>
          </a:p>
          <a:p>
            <a:pPr algn="ctr"/>
            <a:r>
              <a:rPr lang="en-US" altLang="zh-CN" sz="2000" b="1"/>
              <a:t>3-4</a:t>
            </a:r>
            <a:r>
              <a:rPr lang="zh-CN" altLang="en-US" sz="2000" b="1"/>
              <a:t>句  </a:t>
            </a:r>
            <a:r>
              <a:rPr lang="en-US" altLang="zh-CN" sz="2000" b="1"/>
              <a:t>1-2logic</a:t>
            </a:r>
            <a:r>
              <a:rPr lang="zh-CN" altLang="en-US" sz="2000" b="1"/>
              <a:t>   </a:t>
            </a:r>
            <a:r>
              <a:rPr lang="en-US" altLang="zh-CN" sz="2000" b="1"/>
              <a:t>15-25s</a:t>
            </a:r>
          </a:p>
          <a:p>
            <a:pPr algn="ctr"/>
            <a:endParaRPr lang="en-US" altLang="zh-CN" sz="2000" b="1"/>
          </a:p>
          <a:p>
            <a:pPr algn="ctr"/>
            <a:r>
              <a:rPr lang="zh-CN" altLang="en-US" sz="2000" b="1"/>
              <a:t>主语 </a:t>
            </a:r>
            <a:r>
              <a:rPr lang="en-US" altLang="zh-CN" sz="2000" b="1"/>
              <a:t>I</a:t>
            </a:r>
          </a:p>
          <a:p>
            <a:pPr algn="ctr"/>
            <a:endParaRPr lang="en-US" altLang="zh-CN" sz="2000" b="1"/>
          </a:p>
          <a:p>
            <a:pPr algn="ctr"/>
            <a:endParaRPr lang="zh-CN" altLang="en-US" sz="2000" b="1"/>
          </a:p>
        </p:txBody>
      </p:sp>
      <p:sp>
        <p:nvSpPr>
          <p:cNvPr id="58373" name="文本框 4">
            <a:extLst>
              <a:ext uri="{FF2B5EF4-FFF2-40B4-BE49-F238E27FC236}">
                <a16:creationId xmlns:a16="http://schemas.microsoft.com/office/drawing/2014/main" id="{56185BB2-A834-4440-A0EC-0EABBF18A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438" y="1876425"/>
            <a:ext cx="29386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/>
              <a:t>观点 客观， 辨证 ，安全</a:t>
            </a:r>
            <a:endParaRPr lang="en-US" altLang="zh-CN" sz="2000" b="1"/>
          </a:p>
          <a:p>
            <a:pPr algn="ctr"/>
            <a:endParaRPr lang="en-US" altLang="zh-CN" sz="2000" b="1"/>
          </a:p>
          <a:p>
            <a:pPr algn="ctr"/>
            <a:r>
              <a:rPr lang="en-US" altLang="zh-CN" sz="2000" b="1"/>
              <a:t>5-7</a:t>
            </a:r>
            <a:r>
              <a:rPr lang="zh-CN" altLang="en-US" sz="2000" b="1"/>
              <a:t>句  </a:t>
            </a:r>
            <a:r>
              <a:rPr lang="en-US" altLang="zh-CN" sz="2000" b="1"/>
              <a:t>1-4logic   30-60s</a:t>
            </a:r>
          </a:p>
          <a:p>
            <a:pPr algn="ctr"/>
            <a:endParaRPr lang="en-US" altLang="zh-CN" sz="2000" b="1"/>
          </a:p>
          <a:p>
            <a:pPr algn="ctr"/>
            <a:r>
              <a:rPr lang="zh-CN" altLang="en-US" sz="2000" b="1"/>
              <a:t>主语 </a:t>
            </a:r>
            <a:r>
              <a:rPr lang="en-US" altLang="zh-CN" sz="2000" b="1"/>
              <a:t>WE/YOU/PEOPLE</a:t>
            </a:r>
            <a:endParaRPr lang="zh-CN" altLang="en-US" sz="2000" b="1"/>
          </a:p>
        </p:txBody>
      </p:sp>
      <p:sp>
        <p:nvSpPr>
          <p:cNvPr id="58374" name="文本框 5">
            <a:extLst>
              <a:ext uri="{FF2B5EF4-FFF2-40B4-BE49-F238E27FC236}">
                <a16:creationId xmlns:a16="http://schemas.microsoft.com/office/drawing/2014/main" id="{80169634-4603-4611-B8C4-C38D8366B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725" y="3552825"/>
            <a:ext cx="22510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0000"/>
                </a:solidFill>
              </a:rPr>
              <a:t>流畅度第一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使用连接词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使用</a:t>
            </a:r>
            <a:r>
              <a:rPr lang="en-US" altLang="zh-CN" b="1">
                <a:solidFill>
                  <a:srgbClr val="FF0000"/>
                </a:solidFill>
              </a:rPr>
              <a:t>filler</a:t>
            </a:r>
            <a:r>
              <a:rPr lang="zh-CN" altLang="en-US" b="1">
                <a:solidFill>
                  <a:srgbClr val="FF0000"/>
                </a:solidFill>
              </a:rPr>
              <a:t>词化解卡顿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</a:rPr>
              <a:t>Logic</a:t>
            </a:r>
            <a:r>
              <a:rPr lang="zh-CN" altLang="en-US" b="1">
                <a:solidFill>
                  <a:srgbClr val="FF0000"/>
                </a:solidFill>
              </a:rPr>
              <a:t>都需要展开</a:t>
            </a:r>
          </a:p>
        </p:txBody>
      </p:sp>
      <p:sp>
        <p:nvSpPr>
          <p:cNvPr id="58375" name="文本框 1">
            <a:extLst>
              <a:ext uri="{FF2B5EF4-FFF2-40B4-BE49-F238E27FC236}">
                <a16:creationId xmlns:a16="http://schemas.microsoft.com/office/drawing/2014/main" id="{EDB8417B-84A1-4EEF-97E8-ECB04A462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3475" y="4019550"/>
            <a:ext cx="11080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分类讨论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先肯后否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先否后肯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文本框 1">
            <a:extLst>
              <a:ext uri="{FF2B5EF4-FFF2-40B4-BE49-F238E27FC236}">
                <a16:creationId xmlns:a16="http://schemas.microsoft.com/office/drawing/2014/main" id="{7A79F3F3-FB7D-489A-94E0-62F15C169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54279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Do you think reading a lot is a good thing?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文本框 1">
            <a:extLst>
              <a:ext uri="{FF2B5EF4-FFF2-40B4-BE49-F238E27FC236}">
                <a16:creationId xmlns:a16="http://schemas.microsoft.com/office/drawing/2014/main" id="{BAFC227F-1AFE-4F47-8846-14BDE91C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91663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Do you think too many travelers is a good thing for the historical places?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文本框 1">
            <a:extLst>
              <a:ext uri="{FF2B5EF4-FFF2-40B4-BE49-F238E27FC236}">
                <a16:creationId xmlns:a16="http://schemas.microsoft.com/office/drawing/2014/main" id="{B032F55C-6B24-4066-85EB-8F9E9174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5038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Is it necessary to protect old buildings?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文本框 1">
            <a:extLst>
              <a:ext uri="{FF2B5EF4-FFF2-40B4-BE49-F238E27FC236}">
                <a16:creationId xmlns:a16="http://schemas.microsoft.com/office/drawing/2014/main" id="{A1983C2B-689A-4096-8DA6-BEC390D77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5844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What kind of house is more popular in china?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文本框 1">
            <a:extLst>
              <a:ext uri="{FF2B5EF4-FFF2-40B4-BE49-F238E27FC236}">
                <a16:creationId xmlns:a16="http://schemas.microsoft.com/office/drawing/2014/main" id="{4EA2A524-0DBE-4082-86F7-354EDAB65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48399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Should parents set rules for children?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文本框 1">
            <a:extLst>
              <a:ext uri="{FF2B5EF4-FFF2-40B4-BE49-F238E27FC236}">
                <a16:creationId xmlns:a16="http://schemas.microsoft.com/office/drawing/2014/main" id="{E955365F-7BD9-4990-A4DD-D0D4359F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1323975"/>
            <a:ext cx="10636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Is it easier for people to learn a new language when they’re young than they’re old?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1932</Words>
  <Application>Microsoft Office PowerPoint</Application>
  <PresentationFormat>宽屏</PresentationFormat>
  <Paragraphs>464</Paragraphs>
  <Slides>67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68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void</dc:creator>
  <cp:lastModifiedBy>张 天真</cp:lastModifiedBy>
  <cp:revision>215</cp:revision>
  <dcterms:created xsi:type="dcterms:W3CDTF">2017-08-03T09:01:00Z</dcterms:created>
  <dcterms:modified xsi:type="dcterms:W3CDTF">2020-01-07T06:39:48Z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